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1.svg" ContentType="image/svg+xml"/>
  <Override PartName="/ppt/media/image183.svg" ContentType="image/svg+xml"/>
  <Override PartName="/ppt/media/image185.svg" ContentType="image/svg+xml"/>
  <Override PartName="/ppt/media/image187.svg" ContentType="image/svg+xml"/>
  <Override PartName="/ppt/media/image189.svg" ContentType="image/svg+xml"/>
  <Override PartName="/ppt/media/image19.svg" ContentType="image/svg+xml"/>
  <Override PartName="/ppt/media/image191.svg" ContentType="image/svg+xml"/>
  <Override PartName="/ppt/media/image193.svg" ContentType="image/svg+xml"/>
  <Override PartName="/ppt/media/image195.svg" ContentType="image/svg+xml"/>
  <Override PartName="/ppt/media/image197.svg" ContentType="image/svg+xml"/>
  <Override PartName="/ppt/media/image199.svg" ContentType="image/svg+xml"/>
  <Override PartName="/ppt/media/image201.svg" ContentType="image/svg+xml"/>
  <Override PartName="/ppt/media/image203.svg" ContentType="image/svg+xml"/>
  <Override PartName="/ppt/media/image205.svg" ContentType="image/svg+xml"/>
  <Override PartName="/ppt/media/image207.svg" ContentType="image/svg+xml"/>
  <Override PartName="/ppt/media/image20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6"/>
  </p:notesMasterIdLst>
  <p:handoutMasterIdLst>
    <p:handoutMasterId r:id="rId17"/>
  </p:handoutMasterIdLst>
  <p:sldIdLst>
    <p:sldId id="257" r:id="rId4"/>
    <p:sldId id="258" r:id="rId5"/>
    <p:sldId id="259" r:id="rId6"/>
    <p:sldId id="261" r:id="rId7"/>
    <p:sldId id="262" r:id="rId8"/>
    <p:sldId id="263" r:id="rId9"/>
    <p:sldId id="264" r:id="rId10"/>
    <p:sldId id="260" r:id="rId11"/>
    <p:sldId id="265" r:id="rId12"/>
    <p:sldId id="266" r:id="rId13"/>
    <p:sldId id="267" r:id="rId14"/>
    <p:sldId id="268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0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tags" Target="../tags/tag49.xml"/><Relationship Id="rId19" Type="http://schemas.openxmlformats.org/officeDocument/2006/relationships/image" Target="../media/image1.png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image" Target="../media/image2.png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image" Target="../media/image3.png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27000">
                <a:schemeClr val="bg2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867025" y="975360"/>
            <a:ext cx="1878965" cy="1081405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50" name="矩形 49"/>
          <p:cNvSpPr/>
          <p:nvPr userDrawn="1">
            <p:custDataLst>
              <p:tags r:id="rId7"/>
            </p:custDataLst>
          </p:nvPr>
        </p:nvSpPr>
        <p:spPr>
          <a:xfrm>
            <a:off x="667385" y="522605"/>
            <a:ext cx="149860" cy="152400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 userDrawn="1">
            <p:custDataLst>
              <p:tags r:id="rId8"/>
            </p:custDataLst>
          </p:nvPr>
        </p:nvSpPr>
        <p:spPr>
          <a:xfrm>
            <a:off x="925830" y="522605"/>
            <a:ext cx="149860" cy="15240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>
            <p:custDataLst>
              <p:tags r:id="rId9"/>
            </p:custDataLst>
          </p:nvPr>
        </p:nvSpPr>
        <p:spPr>
          <a:xfrm>
            <a:off x="1176655" y="522605"/>
            <a:ext cx="149860" cy="152400"/>
          </a:xfrm>
          <a:prstGeom prst="rect">
            <a:avLst/>
          </a:prstGeom>
          <a:solidFill>
            <a:schemeClr val="bg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>
            <p:custDataLst>
              <p:tags r:id="rId10"/>
            </p:custDataLst>
          </p:nvPr>
        </p:nvSpPr>
        <p:spPr>
          <a:xfrm>
            <a:off x="750570" y="2479040"/>
            <a:ext cx="10784205" cy="3876675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11"/>
            </p:custDataLst>
          </p:nvPr>
        </p:nvSpPr>
        <p:spPr>
          <a:xfrm>
            <a:off x="653415" y="2393315"/>
            <a:ext cx="10761980" cy="383857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>
            <p:custDataLst>
              <p:tags r:id="rId12"/>
            </p:custDataLst>
          </p:nvPr>
        </p:nvSpPr>
        <p:spPr>
          <a:xfrm>
            <a:off x="10896600" y="2536190"/>
            <a:ext cx="311150" cy="31623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乘号 5"/>
          <p:cNvSpPr/>
          <p:nvPr userDrawn="1">
            <p:custDataLst>
              <p:tags r:id="rId13"/>
            </p:custDataLst>
          </p:nvPr>
        </p:nvSpPr>
        <p:spPr>
          <a:xfrm>
            <a:off x="10953750" y="2593340"/>
            <a:ext cx="203200" cy="203200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>
            <p:custDataLst>
              <p:tags r:id="rId14"/>
            </p:custDataLst>
          </p:nvPr>
        </p:nvSpPr>
        <p:spPr>
          <a:xfrm>
            <a:off x="1685925" y="562610"/>
            <a:ext cx="9838690" cy="76200"/>
          </a:xfrm>
          <a:prstGeom prst="rect">
            <a:avLst/>
          </a:pr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158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7"/>
          <p:cNvSpPr/>
          <p:nvPr userDrawn="1">
            <p:custDataLst>
              <p:tags r:id="rId3"/>
            </p:custDataLst>
          </p:nvPr>
        </p:nvSpPr>
        <p:spPr>
          <a:xfrm>
            <a:off x="751840" y="453390"/>
            <a:ext cx="10883900" cy="565785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663575" y="338455"/>
            <a:ext cx="10869930" cy="56578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8"/>
          <p:cNvSpPr/>
          <p:nvPr userDrawn="1">
            <p:custDataLst>
              <p:tags r:id="rId5"/>
            </p:custDataLst>
          </p:nvPr>
        </p:nvSpPr>
        <p:spPr>
          <a:xfrm>
            <a:off x="838835" y="452120"/>
            <a:ext cx="311150" cy="31623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乘号 10"/>
          <p:cNvSpPr/>
          <p:nvPr userDrawn="1">
            <p:custDataLst>
              <p:tags r:id="rId6"/>
            </p:custDataLst>
          </p:nvPr>
        </p:nvSpPr>
        <p:spPr>
          <a:xfrm>
            <a:off x="895985" y="509270"/>
            <a:ext cx="203200" cy="203200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 userDrawn="1">
            <p:custDataLst>
              <p:tags r:id="rId7"/>
            </p:custDataLst>
          </p:nvPr>
        </p:nvCxnSpPr>
        <p:spPr>
          <a:xfrm>
            <a:off x="8502015" y="611505"/>
            <a:ext cx="1755140" cy="0"/>
          </a:xfrm>
          <a:prstGeom prst="line">
            <a:avLst/>
          </a:prstGeom>
          <a:ln>
            <a:solidFill>
              <a:srgbClr val="F8F8F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779780" y="6144895"/>
            <a:ext cx="10754995" cy="39243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9"/>
            </p:custDataLst>
          </p:nvPr>
        </p:nvSpPr>
        <p:spPr>
          <a:xfrm>
            <a:off x="663575" y="5838825"/>
            <a:ext cx="10741660" cy="57086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 userDrawn="1">
            <p:custDataLst>
              <p:tags r:id="rId10"/>
            </p:custDataLst>
          </p:nvPr>
        </p:nvSpPr>
        <p:spPr>
          <a:xfrm>
            <a:off x="942340" y="4723765"/>
            <a:ext cx="3298190" cy="59245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6385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6386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6387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 userDrawn="1">
            <p:custDataLst>
              <p:tags r:id="rId14"/>
            </p:custDataLst>
          </p:nvPr>
        </p:nvSpPr>
        <p:spPr>
          <a:xfrm>
            <a:off x="10609580" y="538480"/>
            <a:ext cx="149860" cy="152400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>
            <p:custDataLst>
              <p:tags r:id="rId15"/>
            </p:custDataLst>
          </p:nvPr>
        </p:nvSpPr>
        <p:spPr>
          <a:xfrm>
            <a:off x="10868025" y="538480"/>
            <a:ext cx="149860" cy="15240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>
            <p:custDataLst>
              <p:tags r:id="rId16"/>
            </p:custDataLst>
          </p:nvPr>
        </p:nvSpPr>
        <p:spPr>
          <a:xfrm>
            <a:off x="11118850" y="538480"/>
            <a:ext cx="149860" cy="152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日期时间占位符 7"/>
          <p:cNvSpPr>
            <a:spLocks noGrp="1"/>
          </p:cNvSpPr>
          <p:nvPr>
            <p:ph type="body" sz="quarter" idx="16389" hasCustomPrompt="1"/>
            <p:custDataLst>
              <p:tags r:id="rId17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20XX YEAR</a:t>
            </a:r>
            <a:endParaRPr lang="zh-CN" altLang="en-US" dirty="0"/>
          </a:p>
        </p:txBody>
      </p:sp>
      <p:pic>
        <p:nvPicPr>
          <p:cNvPr id="34" name="图片 33" descr="矢量智能对象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158990" y="1222375"/>
            <a:ext cx="4933315" cy="500824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20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>
                <a:sym typeface="+mn-ea"/>
              </a:rPr>
              <a:t>单击此处
添加文档标题</a:t>
            </a:r>
            <a:endParaRPr lang="zh-CN" altLang="en-US" dirty="0">
              <a:sym typeface="+mn-ea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21"/>
            </p:custDataLst>
          </p:nvPr>
        </p:nvSpPr>
        <p:spPr>
          <a:xfrm>
            <a:off x="1016000" y="4921885"/>
            <a:ext cx="2540882" cy="533400"/>
          </a:xfrm>
          <a:solidFill>
            <a:schemeClr val="accent1"/>
          </a:solidFill>
          <a:ln w="22225">
            <a:solidFill>
              <a:srgbClr val="000000"/>
            </a:solidFill>
          </a:ln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49000">
                <a:schemeClr val="bg2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751840" y="453390"/>
            <a:ext cx="10883900" cy="565785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663575" y="338455"/>
            <a:ext cx="10869930" cy="56578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9" name="矩形 18"/>
          <p:cNvSpPr/>
          <p:nvPr userDrawn="1">
            <p:custDataLst>
              <p:tags r:id="rId8"/>
            </p:custDataLst>
          </p:nvPr>
        </p:nvSpPr>
        <p:spPr>
          <a:xfrm>
            <a:off x="838835" y="452120"/>
            <a:ext cx="311150" cy="31623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乘号 19"/>
          <p:cNvSpPr/>
          <p:nvPr userDrawn="1">
            <p:custDataLst>
              <p:tags r:id="rId9"/>
            </p:custDataLst>
          </p:nvPr>
        </p:nvSpPr>
        <p:spPr>
          <a:xfrm>
            <a:off x="895985" y="509270"/>
            <a:ext cx="203200" cy="203200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>
            <p:custDataLst>
              <p:tags r:id="rId10"/>
            </p:custDataLst>
          </p:nvPr>
        </p:nvSpPr>
        <p:spPr>
          <a:xfrm>
            <a:off x="10609580" y="538480"/>
            <a:ext cx="149860" cy="152400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>
            <p:custDataLst>
              <p:tags r:id="rId11"/>
            </p:custDataLst>
          </p:nvPr>
        </p:nvSpPr>
        <p:spPr>
          <a:xfrm>
            <a:off x="10868025" y="538480"/>
            <a:ext cx="149860" cy="15240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>
            <p:custDataLst>
              <p:tags r:id="rId12"/>
            </p:custDataLst>
          </p:nvPr>
        </p:nvSpPr>
        <p:spPr>
          <a:xfrm>
            <a:off x="11118850" y="538480"/>
            <a:ext cx="149860" cy="152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222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39445" y="1583690"/>
            <a:ext cx="3877945" cy="459486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15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16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29000">
                <a:schemeClr val="bg2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/>
          <p:cNvSpPr/>
          <p:nvPr userDrawn="1">
            <p:custDataLst>
              <p:tags r:id="rId3"/>
            </p:custDataLst>
          </p:nvPr>
        </p:nvSpPr>
        <p:spPr>
          <a:xfrm>
            <a:off x="779780" y="6144895"/>
            <a:ext cx="10754995" cy="39243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>
            <p:custDataLst>
              <p:tags r:id="rId4"/>
            </p:custDataLst>
          </p:nvPr>
        </p:nvSpPr>
        <p:spPr>
          <a:xfrm>
            <a:off x="663575" y="5838825"/>
            <a:ext cx="10741660" cy="57086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751840" y="453390"/>
            <a:ext cx="10883900" cy="565785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>
            <p:custDataLst>
              <p:tags r:id="rId6"/>
            </p:custDataLst>
          </p:nvPr>
        </p:nvSpPr>
        <p:spPr>
          <a:xfrm>
            <a:off x="663575" y="338455"/>
            <a:ext cx="10869930" cy="56578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 userDrawn="1">
            <p:custDataLst>
              <p:tags r:id="rId7"/>
            </p:custDataLst>
          </p:nvPr>
        </p:nvSpPr>
        <p:spPr>
          <a:xfrm>
            <a:off x="838835" y="452120"/>
            <a:ext cx="311150" cy="31623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乘号 39"/>
          <p:cNvSpPr/>
          <p:nvPr userDrawn="1">
            <p:custDataLst>
              <p:tags r:id="rId8"/>
            </p:custDataLst>
          </p:nvPr>
        </p:nvSpPr>
        <p:spPr>
          <a:xfrm>
            <a:off x="895985" y="509270"/>
            <a:ext cx="203200" cy="203200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 userDrawn="1">
            <p:custDataLst>
              <p:tags r:id="rId9"/>
            </p:custDataLst>
          </p:nvPr>
        </p:nvSpPr>
        <p:spPr>
          <a:xfrm>
            <a:off x="10609580" y="538480"/>
            <a:ext cx="149860" cy="152400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>
            <p:custDataLst>
              <p:tags r:id="rId10"/>
            </p:custDataLst>
          </p:nvPr>
        </p:nvSpPr>
        <p:spPr>
          <a:xfrm>
            <a:off x="10868025" y="538480"/>
            <a:ext cx="149860" cy="15240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 userDrawn="1">
            <p:custDataLst>
              <p:tags r:id="rId11"/>
            </p:custDataLst>
          </p:nvPr>
        </p:nvSpPr>
        <p:spPr>
          <a:xfrm>
            <a:off x="11118850" y="538480"/>
            <a:ext cx="149860" cy="152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任意多边形: 形状 98"/>
          <p:cNvSpPr/>
          <p:nvPr userDrawn="1">
            <p:custDataLst>
              <p:tags r:id="rId12"/>
            </p:custDataLst>
          </p:nvPr>
        </p:nvSpPr>
        <p:spPr>
          <a:xfrm>
            <a:off x="7103745" y="1565275"/>
            <a:ext cx="412750" cy="476885"/>
          </a:xfrm>
          <a:custGeom>
            <a:avLst/>
            <a:gdLst>
              <a:gd name="connsiteX0" fmla="*/ 272229 w 546729"/>
              <a:gd name="connsiteY0" fmla="*/ 0 h 630675"/>
              <a:gd name="connsiteX1" fmla="*/ 546730 w 546729"/>
              <a:gd name="connsiteY1" fmla="*/ 327961 h 630675"/>
              <a:gd name="connsiteX2" fmla="*/ 268744 w 546729"/>
              <a:gd name="connsiteY2" fmla="*/ 630675 h 630675"/>
              <a:gd name="connsiteX3" fmla="*/ 0 w 546729"/>
              <a:gd name="connsiteY3" fmla="*/ 322178 h 630675"/>
              <a:gd name="connsiteX4" fmla="*/ 179894 w 546729"/>
              <a:gd name="connsiteY4" fmla="*/ 221196 h 630675"/>
              <a:gd name="connsiteX5" fmla="*/ 272229 w 546729"/>
              <a:gd name="connsiteY5" fmla="*/ 0 h 63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6729" h="630675">
                <a:moveTo>
                  <a:pt x="272229" y="0"/>
                </a:moveTo>
                <a:cubicBezTo>
                  <a:pt x="276540" y="178010"/>
                  <a:pt x="385344" y="277779"/>
                  <a:pt x="546730" y="327961"/>
                </a:cubicBezTo>
                <a:cubicBezTo>
                  <a:pt x="374709" y="335550"/>
                  <a:pt x="318332" y="478918"/>
                  <a:pt x="268744" y="630675"/>
                </a:cubicBezTo>
                <a:cubicBezTo>
                  <a:pt x="250881" y="448845"/>
                  <a:pt x="135469" y="375096"/>
                  <a:pt x="0" y="322178"/>
                </a:cubicBezTo>
                <a:cubicBezTo>
                  <a:pt x="74652" y="319829"/>
                  <a:pt x="133843" y="285833"/>
                  <a:pt x="179894" y="221196"/>
                </a:cubicBezTo>
                <a:cubicBezTo>
                  <a:pt x="223597" y="159863"/>
                  <a:pt x="251578" y="89495"/>
                  <a:pt x="272229" y="0"/>
                </a:cubicBezTo>
                <a:close/>
              </a:path>
            </a:pathLst>
          </a:custGeom>
          <a:solidFill>
            <a:srgbClr val="FFFFFF"/>
          </a:solidFill>
          <a:ln w="257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6387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47" name="图片 46" descr="矢量智能对象柔柔弱弱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334125" y="1691005"/>
            <a:ext cx="4683760" cy="4368165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18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9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39000">
                <a:schemeClr val="bg1">
                  <a:alpha val="0"/>
                </a:schemeClr>
              </a:gs>
              <a:gs pos="100000">
                <a:schemeClr val="bg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 userDrawn="1">
            <p:custDataLst>
              <p:tags r:id="rId14"/>
            </p:custDataLst>
          </p:nvPr>
        </p:nvCxnSpPr>
        <p:spPr>
          <a:xfrm>
            <a:off x="8072755" y="594995"/>
            <a:ext cx="2369185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9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96" Type="http://schemas.openxmlformats.org/officeDocument/2006/relationships/slideLayout" Target="../slideLayouts/slideLayout16.xml"/><Relationship Id="rId95" Type="http://schemas.openxmlformats.org/officeDocument/2006/relationships/tags" Target="../tags/tag195.xml"/><Relationship Id="rId94" Type="http://schemas.openxmlformats.org/officeDocument/2006/relationships/image" Target="../media/image31.svg"/><Relationship Id="rId93" Type="http://schemas.openxmlformats.org/officeDocument/2006/relationships/image" Target="../media/image30.png"/><Relationship Id="rId92" Type="http://schemas.openxmlformats.org/officeDocument/2006/relationships/tags" Target="../tags/tag194.xml"/><Relationship Id="rId91" Type="http://schemas.openxmlformats.org/officeDocument/2006/relationships/tags" Target="../tags/tag193.xml"/><Relationship Id="rId90" Type="http://schemas.openxmlformats.org/officeDocument/2006/relationships/tags" Target="../tags/tag192.xml"/><Relationship Id="rId9" Type="http://schemas.openxmlformats.org/officeDocument/2006/relationships/image" Target="../media/image5.svg"/><Relationship Id="rId89" Type="http://schemas.openxmlformats.org/officeDocument/2006/relationships/image" Target="../media/image29.svg"/><Relationship Id="rId88" Type="http://schemas.openxmlformats.org/officeDocument/2006/relationships/image" Target="../media/image28.png"/><Relationship Id="rId87" Type="http://schemas.openxmlformats.org/officeDocument/2006/relationships/tags" Target="../tags/tag191.xml"/><Relationship Id="rId86" Type="http://schemas.openxmlformats.org/officeDocument/2006/relationships/tags" Target="../tags/tag190.xml"/><Relationship Id="rId85" Type="http://schemas.openxmlformats.org/officeDocument/2006/relationships/tags" Target="../tags/tag189.xml"/><Relationship Id="rId84" Type="http://schemas.openxmlformats.org/officeDocument/2006/relationships/image" Target="../media/image27.svg"/><Relationship Id="rId83" Type="http://schemas.openxmlformats.org/officeDocument/2006/relationships/image" Target="../media/image26.png"/><Relationship Id="rId82" Type="http://schemas.openxmlformats.org/officeDocument/2006/relationships/tags" Target="../tags/tag188.xml"/><Relationship Id="rId81" Type="http://schemas.openxmlformats.org/officeDocument/2006/relationships/tags" Target="../tags/tag187.xml"/><Relationship Id="rId80" Type="http://schemas.openxmlformats.org/officeDocument/2006/relationships/tags" Target="../tags/tag186.xml"/><Relationship Id="rId8" Type="http://schemas.openxmlformats.org/officeDocument/2006/relationships/image" Target="../media/image4.png"/><Relationship Id="rId79" Type="http://schemas.openxmlformats.org/officeDocument/2006/relationships/tags" Target="../tags/tag185.xml"/><Relationship Id="rId78" Type="http://schemas.openxmlformats.org/officeDocument/2006/relationships/tags" Target="../tags/tag184.xml"/><Relationship Id="rId77" Type="http://schemas.openxmlformats.org/officeDocument/2006/relationships/tags" Target="../tags/tag183.xml"/><Relationship Id="rId76" Type="http://schemas.openxmlformats.org/officeDocument/2006/relationships/tags" Target="../tags/tag182.xml"/><Relationship Id="rId75" Type="http://schemas.openxmlformats.org/officeDocument/2006/relationships/image" Target="../media/image25.svg"/><Relationship Id="rId74" Type="http://schemas.openxmlformats.org/officeDocument/2006/relationships/image" Target="../media/image24.png"/><Relationship Id="rId73" Type="http://schemas.openxmlformats.org/officeDocument/2006/relationships/tags" Target="../tags/tag181.xml"/><Relationship Id="rId72" Type="http://schemas.openxmlformats.org/officeDocument/2006/relationships/tags" Target="../tags/tag180.xml"/><Relationship Id="rId71" Type="http://schemas.openxmlformats.org/officeDocument/2006/relationships/tags" Target="../tags/tag179.xml"/><Relationship Id="rId70" Type="http://schemas.openxmlformats.org/officeDocument/2006/relationships/image" Target="../media/image23.svg"/><Relationship Id="rId7" Type="http://schemas.openxmlformats.org/officeDocument/2006/relationships/tags" Target="../tags/tag135.xml"/><Relationship Id="rId69" Type="http://schemas.openxmlformats.org/officeDocument/2006/relationships/image" Target="../media/image22.png"/><Relationship Id="rId68" Type="http://schemas.openxmlformats.org/officeDocument/2006/relationships/tags" Target="../tags/tag178.xml"/><Relationship Id="rId67" Type="http://schemas.openxmlformats.org/officeDocument/2006/relationships/tags" Target="../tags/tag177.xml"/><Relationship Id="rId66" Type="http://schemas.openxmlformats.org/officeDocument/2006/relationships/tags" Target="../tags/tag176.xml"/><Relationship Id="rId65" Type="http://schemas.openxmlformats.org/officeDocument/2006/relationships/tags" Target="../tags/tag175.xml"/><Relationship Id="rId64" Type="http://schemas.openxmlformats.org/officeDocument/2006/relationships/tags" Target="../tags/tag174.xml"/><Relationship Id="rId63" Type="http://schemas.openxmlformats.org/officeDocument/2006/relationships/tags" Target="../tags/tag173.xml"/><Relationship Id="rId62" Type="http://schemas.openxmlformats.org/officeDocument/2006/relationships/tags" Target="../tags/tag172.xml"/><Relationship Id="rId61" Type="http://schemas.openxmlformats.org/officeDocument/2006/relationships/image" Target="../media/image21.svg"/><Relationship Id="rId60" Type="http://schemas.openxmlformats.org/officeDocument/2006/relationships/image" Target="../media/image20.png"/><Relationship Id="rId6" Type="http://schemas.openxmlformats.org/officeDocument/2006/relationships/tags" Target="../tags/tag134.xml"/><Relationship Id="rId59" Type="http://schemas.openxmlformats.org/officeDocument/2006/relationships/tags" Target="../tags/tag171.xml"/><Relationship Id="rId58" Type="http://schemas.openxmlformats.org/officeDocument/2006/relationships/tags" Target="../tags/tag170.xml"/><Relationship Id="rId57" Type="http://schemas.openxmlformats.org/officeDocument/2006/relationships/tags" Target="../tags/tag169.xml"/><Relationship Id="rId56" Type="http://schemas.openxmlformats.org/officeDocument/2006/relationships/image" Target="../media/image19.svg"/><Relationship Id="rId55" Type="http://schemas.openxmlformats.org/officeDocument/2006/relationships/image" Target="../media/image18.png"/><Relationship Id="rId54" Type="http://schemas.openxmlformats.org/officeDocument/2006/relationships/tags" Target="../tags/tag168.xml"/><Relationship Id="rId53" Type="http://schemas.openxmlformats.org/officeDocument/2006/relationships/tags" Target="../tags/tag167.xml"/><Relationship Id="rId52" Type="http://schemas.openxmlformats.org/officeDocument/2006/relationships/tags" Target="../tags/tag166.xml"/><Relationship Id="rId51" Type="http://schemas.openxmlformats.org/officeDocument/2006/relationships/tags" Target="../tags/tag165.xml"/><Relationship Id="rId50" Type="http://schemas.openxmlformats.org/officeDocument/2006/relationships/tags" Target="../tags/tag164.xml"/><Relationship Id="rId5" Type="http://schemas.openxmlformats.org/officeDocument/2006/relationships/tags" Target="../tags/tag133.xml"/><Relationship Id="rId49" Type="http://schemas.openxmlformats.org/officeDocument/2006/relationships/tags" Target="../tags/tag163.xml"/><Relationship Id="rId48" Type="http://schemas.openxmlformats.org/officeDocument/2006/relationships/tags" Target="../tags/tag162.xml"/><Relationship Id="rId47" Type="http://schemas.openxmlformats.org/officeDocument/2006/relationships/image" Target="../media/image17.svg"/><Relationship Id="rId46" Type="http://schemas.openxmlformats.org/officeDocument/2006/relationships/image" Target="../media/image16.png"/><Relationship Id="rId45" Type="http://schemas.openxmlformats.org/officeDocument/2006/relationships/tags" Target="../tags/tag161.xml"/><Relationship Id="rId44" Type="http://schemas.openxmlformats.org/officeDocument/2006/relationships/tags" Target="../tags/tag160.xml"/><Relationship Id="rId43" Type="http://schemas.openxmlformats.org/officeDocument/2006/relationships/tags" Target="../tags/tag159.xml"/><Relationship Id="rId42" Type="http://schemas.openxmlformats.org/officeDocument/2006/relationships/image" Target="../media/image15.svg"/><Relationship Id="rId41" Type="http://schemas.openxmlformats.org/officeDocument/2006/relationships/image" Target="../media/image14.png"/><Relationship Id="rId40" Type="http://schemas.openxmlformats.org/officeDocument/2006/relationships/tags" Target="../tags/tag158.xml"/><Relationship Id="rId4" Type="http://schemas.openxmlformats.org/officeDocument/2006/relationships/tags" Target="../tags/tag132.xml"/><Relationship Id="rId39" Type="http://schemas.openxmlformats.org/officeDocument/2006/relationships/tags" Target="../tags/tag157.xml"/><Relationship Id="rId38" Type="http://schemas.openxmlformats.org/officeDocument/2006/relationships/tags" Target="../tags/tag156.xml"/><Relationship Id="rId37" Type="http://schemas.openxmlformats.org/officeDocument/2006/relationships/tags" Target="../tags/tag155.xml"/><Relationship Id="rId36" Type="http://schemas.openxmlformats.org/officeDocument/2006/relationships/tags" Target="../tags/tag154.xml"/><Relationship Id="rId35" Type="http://schemas.openxmlformats.org/officeDocument/2006/relationships/tags" Target="../tags/tag153.xml"/><Relationship Id="rId34" Type="http://schemas.openxmlformats.org/officeDocument/2006/relationships/tags" Target="../tags/tag152.xml"/><Relationship Id="rId33" Type="http://schemas.openxmlformats.org/officeDocument/2006/relationships/image" Target="../media/image13.svg"/><Relationship Id="rId32" Type="http://schemas.openxmlformats.org/officeDocument/2006/relationships/image" Target="../media/image12.png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tags" Target="../tags/tag131.xml"/><Relationship Id="rId29" Type="http://schemas.openxmlformats.org/officeDocument/2006/relationships/tags" Target="../tags/tag149.xml"/><Relationship Id="rId28" Type="http://schemas.openxmlformats.org/officeDocument/2006/relationships/image" Target="../media/image11.svg"/><Relationship Id="rId27" Type="http://schemas.openxmlformats.org/officeDocument/2006/relationships/image" Target="../media/image10.png"/><Relationship Id="rId26" Type="http://schemas.openxmlformats.org/officeDocument/2006/relationships/tags" Target="../tags/tag148.xml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30.xml"/><Relationship Id="rId19" Type="http://schemas.openxmlformats.org/officeDocument/2006/relationships/image" Target="../media/image9.svg"/><Relationship Id="rId18" Type="http://schemas.openxmlformats.org/officeDocument/2006/relationships/image" Target="../media/image8.png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tags" Target="../tags/tag12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7" Type="http://schemas.openxmlformats.org/officeDocument/2006/relationships/slideLayout" Target="../slideLayouts/slideLayout16.xml"/><Relationship Id="rId66" Type="http://schemas.openxmlformats.org/officeDocument/2006/relationships/tags" Target="../tags/tag245.xml"/><Relationship Id="rId65" Type="http://schemas.openxmlformats.org/officeDocument/2006/relationships/image" Target="../media/image47.svg"/><Relationship Id="rId64" Type="http://schemas.openxmlformats.org/officeDocument/2006/relationships/image" Target="../media/image46.png"/><Relationship Id="rId63" Type="http://schemas.openxmlformats.org/officeDocument/2006/relationships/tags" Target="../tags/tag244.xml"/><Relationship Id="rId62" Type="http://schemas.openxmlformats.org/officeDocument/2006/relationships/tags" Target="../tags/tag243.xml"/><Relationship Id="rId61" Type="http://schemas.openxmlformats.org/officeDocument/2006/relationships/tags" Target="../tags/tag242.xml"/><Relationship Id="rId60" Type="http://schemas.openxmlformats.org/officeDocument/2006/relationships/tags" Target="../tags/tag241.xml"/><Relationship Id="rId6" Type="http://schemas.openxmlformats.org/officeDocument/2006/relationships/tags" Target="../tags/tag201.xml"/><Relationship Id="rId59" Type="http://schemas.openxmlformats.org/officeDocument/2006/relationships/tags" Target="../tags/tag240.xml"/><Relationship Id="rId58" Type="http://schemas.openxmlformats.org/officeDocument/2006/relationships/tags" Target="../tags/tag239.xml"/><Relationship Id="rId57" Type="http://schemas.openxmlformats.org/officeDocument/2006/relationships/tags" Target="../tags/tag238.xml"/><Relationship Id="rId56" Type="http://schemas.openxmlformats.org/officeDocument/2006/relationships/image" Target="../media/image45.svg"/><Relationship Id="rId55" Type="http://schemas.openxmlformats.org/officeDocument/2006/relationships/image" Target="../media/image44.png"/><Relationship Id="rId54" Type="http://schemas.openxmlformats.org/officeDocument/2006/relationships/tags" Target="../tags/tag237.xml"/><Relationship Id="rId53" Type="http://schemas.openxmlformats.org/officeDocument/2006/relationships/tags" Target="../tags/tag236.xml"/><Relationship Id="rId52" Type="http://schemas.openxmlformats.org/officeDocument/2006/relationships/tags" Target="../tags/tag235.xml"/><Relationship Id="rId51" Type="http://schemas.openxmlformats.org/officeDocument/2006/relationships/tags" Target="../tags/tag234.xml"/><Relationship Id="rId50" Type="http://schemas.openxmlformats.org/officeDocument/2006/relationships/image" Target="../media/image43.svg"/><Relationship Id="rId5" Type="http://schemas.openxmlformats.org/officeDocument/2006/relationships/tags" Target="../tags/tag200.xml"/><Relationship Id="rId49" Type="http://schemas.openxmlformats.org/officeDocument/2006/relationships/image" Target="../media/image42.png"/><Relationship Id="rId48" Type="http://schemas.openxmlformats.org/officeDocument/2006/relationships/tags" Target="../tags/tag233.xml"/><Relationship Id="rId47" Type="http://schemas.openxmlformats.org/officeDocument/2006/relationships/tags" Target="../tags/tag232.xml"/><Relationship Id="rId46" Type="http://schemas.openxmlformats.org/officeDocument/2006/relationships/tags" Target="../tags/tag231.xml"/><Relationship Id="rId45" Type="http://schemas.openxmlformats.org/officeDocument/2006/relationships/tags" Target="../tags/tag230.xml"/><Relationship Id="rId44" Type="http://schemas.openxmlformats.org/officeDocument/2006/relationships/tags" Target="../tags/tag229.xml"/><Relationship Id="rId43" Type="http://schemas.openxmlformats.org/officeDocument/2006/relationships/image" Target="../media/image41.svg"/><Relationship Id="rId42" Type="http://schemas.openxmlformats.org/officeDocument/2006/relationships/image" Target="../media/image40.png"/><Relationship Id="rId41" Type="http://schemas.openxmlformats.org/officeDocument/2006/relationships/tags" Target="../tags/tag228.xml"/><Relationship Id="rId40" Type="http://schemas.openxmlformats.org/officeDocument/2006/relationships/tags" Target="../tags/tag227.xml"/><Relationship Id="rId4" Type="http://schemas.openxmlformats.org/officeDocument/2006/relationships/tags" Target="../tags/tag199.xml"/><Relationship Id="rId39" Type="http://schemas.openxmlformats.org/officeDocument/2006/relationships/tags" Target="../tags/tag226.xml"/><Relationship Id="rId38" Type="http://schemas.openxmlformats.org/officeDocument/2006/relationships/tags" Target="../tags/tag225.xml"/><Relationship Id="rId37" Type="http://schemas.openxmlformats.org/officeDocument/2006/relationships/image" Target="../media/image39.svg"/><Relationship Id="rId36" Type="http://schemas.openxmlformats.org/officeDocument/2006/relationships/image" Target="../media/image38.png"/><Relationship Id="rId35" Type="http://schemas.openxmlformats.org/officeDocument/2006/relationships/tags" Target="../tags/tag224.xml"/><Relationship Id="rId34" Type="http://schemas.openxmlformats.org/officeDocument/2006/relationships/tags" Target="../tags/tag223.xml"/><Relationship Id="rId33" Type="http://schemas.openxmlformats.org/officeDocument/2006/relationships/tags" Target="../tags/tag222.xml"/><Relationship Id="rId32" Type="http://schemas.openxmlformats.org/officeDocument/2006/relationships/image" Target="../media/image37.svg"/><Relationship Id="rId31" Type="http://schemas.openxmlformats.org/officeDocument/2006/relationships/image" Target="../media/image36.png"/><Relationship Id="rId30" Type="http://schemas.openxmlformats.org/officeDocument/2006/relationships/tags" Target="../tags/tag221.xml"/><Relationship Id="rId3" Type="http://schemas.openxmlformats.org/officeDocument/2006/relationships/tags" Target="../tags/tag198.xml"/><Relationship Id="rId29" Type="http://schemas.openxmlformats.org/officeDocument/2006/relationships/tags" Target="../tags/tag220.xml"/><Relationship Id="rId28" Type="http://schemas.openxmlformats.org/officeDocument/2006/relationships/tags" Target="../tags/tag219.xml"/><Relationship Id="rId27" Type="http://schemas.openxmlformats.org/officeDocument/2006/relationships/tags" Target="../tags/tag218.xml"/><Relationship Id="rId26" Type="http://schemas.openxmlformats.org/officeDocument/2006/relationships/tags" Target="../tags/tag217.xml"/><Relationship Id="rId25" Type="http://schemas.openxmlformats.org/officeDocument/2006/relationships/tags" Target="../tags/tag216.xml"/><Relationship Id="rId24" Type="http://schemas.openxmlformats.org/officeDocument/2006/relationships/tags" Target="../tags/tag215.xml"/><Relationship Id="rId23" Type="http://schemas.openxmlformats.org/officeDocument/2006/relationships/tags" Target="../tags/tag214.xml"/><Relationship Id="rId22" Type="http://schemas.openxmlformats.org/officeDocument/2006/relationships/tags" Target="../tags/tag213.xml"/><Relationship Id="rId21" Type="http://schemas.openxmlformats.org/officeDocument/2006/relationships/tags" Target="../tags/tag212.xml"/><Relationship Id="rId20" Type="http://schemas.openxmlformats.org/officeDocument/2006/relationships/tags" Target="../tags/tag211.xml"/><Relationship Id="rId2" Type="http://schemas.openxmlformats.org/officeDocument/2006/relationships/tags" Target="../tags/tag197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310.xml"/><Relationship Id="rId98" Type="http://schemas.openxmlformats.org/officeDocument/2006/relationships/image" Target="../media/image81.svg"/><Relationship Id="rId97" Type="http://schemas.openxmlformats.org/officeDocument/2006/relationships/image" Target="../media/image80.png"/><Relationship Id="rId96" Type="http://schemas.openxmlformats.org/officeDocument/2006/relationships/tags" Target="../tags/tag309.xml"/><Relationship Id="rId95" Type="http://schemas.openxmlformats.org/officeDocument/2006/relationships/tags" Target="../tags/tag308.xml"/><Relationship Id="rId94" Type="http://schemas.openxmlformats.org/officeDocument/2006/relationships/tags" Target="../tags/tag307.xml"/><Relationship Id="rId93" Type="http://schemas.openxmlformats.org/officeDocument/2006/relationships/tags" Target="../tags/tag306.xml"/><Relationship Id="rId92" Type="http://schemas.openxmlformats.org/officeDocument/2006/relationships/image" Target="../media/image79.svg"/><Relationship Id="rId91" Type="http://schemas.openxmlformats.org/officeDocument/2006/relationships/image" Target="../media/image78.png"/><Relationship Id="rId90" Type="http://schemas.openxmlformats.org/officeDocument/2006/relationships/tags" Target="../tags/tag305.xml"/><Relationship Id="rId9" Type="http://schemas.openxmlformats.org/officeDocument/2006/relationships/tags" Target="../tags/tag252.xml"/><Relationship Id="rId89" Type="http://schemas.openxmlformats.org/officeDocument/2006/relationships/tags" Target="../tags/tag304.xml"/><Relationship Id="rId88" Type="http://schemas.openxmlformats.org/officeDocument/2006/relationships/tags" Target="../tags/tag303.xml"/><Relationship Id="rId87" Type="http://schemas.openxmlformats.org/officeDocument/2006/relationships/tags" Target="../tags/tag302.xml"/><Relationship Id="rId86" Type="http://schemas.openxmlformats.org/officeDocument/2006/relationships/tags" Target="../tags/tag301.xml"/><Relationship Id="rId85" Type="http://schemas.openxmlformats.org/officeDocument/2006/relationships/image" Target="../media/image77.svg"/><Relationship Id="rId84" Type="http://schemas.openxmlformats.org/officeDocument/2006/relationships/image" Target="../media/image76.png"/><Relationship Id="rId83" Type="http://schemas.openxmlformats.org/officeDocument/2006/relationships/tags" Target="../tags/tag300.xml"/><Relationship Id="rId82" Type="http://schemas.openxmlformats.org/officeDocument/2006/relationships/tags" Target="../tags/tag299.xml"/><Relationship Id="rId81" Type="http://schemas.openxmlformats.org/officeDocument/2006/relationships/tags" Target="../tags/tag298.xml"/><Relationship Id="rId80" Type="http://schemas.openxmlformats.org/officeDocument/2006/relationships/tags" Target="../tags/tag297.xml"/><Relationship Id="rId8" Type="http://schemas.openxmlformats.org/officeDocument/2006/relationships/tags" Target="../tags/tag251.xml"/><Relationship Id="rId79" Type="http://schemas.openxmlformats.org/officeDocument/2006/relationships/image" Target="../media/image75.svg"/><Relationship Id="rId78" Type="http://schemas.openxmlformats.org/officeDocument/2006/relationships/image" Target="../media/image74.png"/><Relationship Id="rId77" Type="http://schemas.openxmlformats.org/officeDocument/2006/relationships/tags" Target="../tags/tag296.xml"/><Relationship Id="rId76" Type="http://schemas.openxmlformats.org/officeDocument/2006/relationships/tags" Target="../tags/tag295.xml"/><Relationship Id="rId75" Type="http://schemas.openxmlformats.org/officeDocument/2006/relationships/tags" Target="../tags/tag294.xml"/><Relationship Id="rId74" Type="http://schemas.openxmlformats.org/officeDocument/2006/relationships/image" Target="../media/image73.svg"/><Relationship Id="rId73" Type="http://schemas.openxmlformats.org/officeDocument/2006/relationships/image" Target="../media/image72.png"/><Relationship Id="rId72" Type="http://schemas.openxmlformats.org/officeDocument/2006/relationships/tags" Target="../tags/tag293.xml"/><Relationship Id="rId71" Type="http://schemas.openxmlformats.org/officeDocument/2006/relationships/tags" Target="../tags/tag292.xml"/><Relationship Id="rId70" Type="http://schemas.openxmlformats.org/officeDocument/2006/relationships/tags" Target="../tags/tag291.xml"/><Relationship Id="rId7" Type="http://schemas.openxmlformats.org/officeDocument/2006/relationships/tags" Target="../tags/tag250.xml"/><Relationship Id="rId69" Type="http://schemas.openxmlformats.org/officeDocument/2006/relationships/image" Target="../media/image71.svg"/><Relationship Id="rId68" Type="http://schemas.openxmlformats.org/officeDocument/2006/relationships/image" Target="../media/image70.png"/><Relationship Id="rId67" Type="http://schemas.openxmlformats.org/officeDocument/2006/relationships/tags" Target="../tags/tag290.xml"/><Relationship Id="rId66" Type="http://schemas.openxmlformats.org/officeDocument/2006/relationships/tags" Target="../tags/tag289.xml"/><Relationship Id="rId65" Type="http://schemas.openxmlformats.org/officeDocument/2006/relationships/tags" Target="../tags/tag288.xml"/><Relationship Id="rId64" Type="http://schemas.openxmlformats.org/officeDocument/2006/relationships/tags" Target="../tags/tag287.xml"/><Relationship Id="rId63" Type="http://schemas.openxmlformats.org/officeDocument/2006/relationships/image" Target="../media/image69.svg"/><Relationship Id="rId62" Type="http://schemas.openxmlformats.org/officeDocument/2006/relationships/image" Target="../media/image68.png"/><Relationship Id="rId61" Type="http://schemas.openxmlformats.org/officeDocument/2006/relationships/tags" Target="../tags/tag286.xml"/><Relationship Id="rId60" Type="http://schemas.openxmlformats.org/officeDocument/2006/relationships/tags" Target="../tags/tag285.xml"/><Relationship Id="rId6" Type="http://schemas.openxmlformats.org/officeDocument/2006/relationships/image" Target="../media/image49.svg"/><Relationship Id="rId59" Type="http://schemas.openxmlformats.org/officeDocument/2006/relationships/tags" Target="../tags/tag284.xml"/><Relationship Id="rId58" Type="http://schemas.openxmlformats.org/officeDocument/2006/relationships/tags" Target="../tags/tag283.xml"/><Relationship Id="rId57" Type="http://schemas.openxmlformats.org/officeDocument/2006/relationships/tags" Target="../tags/tag282.xml"/><Relationship Id="rId56" Type="http://schemas.openxmlformats.org/officeDocument/2006/relationships/image" Target="../media/image67.svg"/><Relationship Id="rId55" Type="http://schemas.openxmlformats.org/officeDocument/2006/relationships/image" Target="../media/image66.png"/><Relationship Id="rId54" Type="http://schemas.openxmlformats.org/officeDocument/2006/relationships/tags" Target="../tags/tag281.xml"/><Relationship Id="rId53" Type="http://schemas.openxmlformats.org/officeDocument/2006/relationships/tags" Target="../tags/tag280.xml"/><Relationship Id="rId52" Type="http://schemas.openxmlformats.org/officeDocument/2006/relationships/tags" Target="../tags/tag279.xml"/><Relationship Id="rId51" Type="http://schemas.openxmlformats.org/officeDocument/2006/relationships/tags" Target="../tags/tag278.xml"/><Relationship Id="rId50" Type="http://schemas.openxmlformats.org/officeDocument/2006/relationships/image" Target="../media/image65.svg"/><Relationship Id="rId5" Type="http://schemas.openxmlformats.org/officeDocument/2006/relationships/image" Target="../media/image48.png"/><Relationship Id="rId49" Type="http://schemas.openxmlformats.org/officeDocument/2006/relationships/image" Target="../media/image64.png"/><Relationship Id="rId48" Type="http://schemas.openxmlformats.org/officeDocument/2006/relationships/tags" Target="../tags/tag277.xml"/><Relationship Id="rId47" Type="http://schemas.openxmlformats.org/officeDocument/2006/relationships/tags" Target="../tags/tag276.xml"/><Relationship Id="rId46" Type="http://schemas.openxmlformats.org/officeDocument/2006/relationships/tags" Target="../tags/tag275.xml"/><Relationship Id="rId45" Type="http://schemas.openxmlformats.org/officeDocument/2006/relationships/image" Target="../media/image63.svg"/><Relationship Id="rId44" Type="http://schemas.openxmlformats.org/officeDocument/2006/relationships/image" Target="../media/image62.png"/><Relationship Id="rId43" Type="http://schemas.openxmlformats.org/officeDocument/2006/relationships/tags" Target="../tags/tag274.xml"/><Relationship Id="rId42" Type="http://schemas.openxmlformats.org/officeDocument/2006/relationships/tags" Target="../tags/tag273.xml"/><Relationship Id="rId41" Type="http://schemas.openxmlformats.org/officeDocument/2006/relationships/tags" Target="../tags/tag272.xml"/><Relationship Id="rId40" Type="http://schemas.openxmlformats.org/officeDocument/2006/relationships/image" Target="../media/image61.svg"/><Relationship Id="rId4" Type="http://schemas.openxmlformats.org/officeDocument/2006/relationships/tags" Target="../tags/tag249.xml"/><Relationship Id="rId39" Type="http://schemas.openxmlformats.org/officeDocument/2006/relationships/image" Target="../media/image60.png"/><Relationship Id="rId38" Type="http://schemas.openxmlformats.org/officeDocument/2006/relationships/tags" Target="../tags/tag271.xml"/><Relationship Id="rId37" Type="http://schemas.openxmlformats.org/officeDocument/2006/relationships/tags" Target="../tags/tag270.xml"/><Relationship Id="rId36" Type="http://schemas.openxmlformats.org/officeDocument/2006/relationships/tags" Target="../tags/tag269.xml"/><Relationship Id="rId35" Type="http://schemas.openxmlformats.org/officeDocument/2006/relationships/tags" Target="../tags/tag268.xml"/><Relationship Id="rId34" Type="http://schemas.openxmlformats.org/officeDocument/2006/relationships/image" Target="../media/image59.svg"/><Relationship Id="rId33" Type="http://schemas.openxmlformats.org/officeDocument/2006/relationships/image" Target="../media/image58.png"/><Relationship Id="rId32" Type="http://schemas.openxmlformats.org/officeDocument/2006/relationships/tags" Target="../tags/tag267.xml"/><Relationship Id="rId31" Type="http://schemas.openxmlformats.org/officeDocument/2006/relationships/tags" Target="../tags/tag266.xml"/><Relationship Id="rId30" Type="http://schemas.openxmlformats.org/officeDocument/2006/relationships/tags" Target="../tags/tag265.xml"/><Relationship Id="rId3" Type="http://schemas.openxmlformats.org/officeDocument/2006/relationships/tags" Target="../tags/tag248.xml"/><Relationship Id="rId29" Type="http://schemas.openxmlformats.org/officeDocument/2006/relationships/tags" Target="../tags/tag264.xml"/><Relationship Id="rId28" Type="http://schemas.openxmlformats.org/officeDocument/2006/relationships/tags" Target="../tags/tag263.xml"/><Relationship Id="rId27" Type="http://schemas.openxmlformats.org/officeDocument/2006/relationships/image" Target="../media/image57.svg"/><Relationship Id="rId26" Type="http://schemas.openxmlformats.org/officeDocument/2006/relationships/image" Target="../media/image56.png"/><Relationship Id="rId25" Type="http://schemas.openxmlformats.org/officeDocument/2006/relationships/tags" Target="../tags/tag262.xml"/><Relationship Id="rId24" Type="http://schemas.openxmlformats.org/officeDocument/2006/relationships/tags" Target="../tags/tag261.xml"/><Relationship Id="rId23" Type="http://schemas.openxmlformats.org/officeDocument/2006/relationships/tags" Target="../tags/tag260.xml"/><Relationship Id="rId22" Type="http://schemas.openxmlformats.org/officeDocument/2006/relationships/tags" Target="../tags/tag259.xml"/><Relationship Id="rId21" Type="http://schemas.openxmlformats.org/officeDocument/2006/relationships/image" Target="../media/image55.svg"/><Relationship Id="rId20" Type="http://schemas.openxmlformats.org/officeDocument/2006/relationships/image" Target="../media/image54.png"/><Relationship Id="rId2" Type="http://schemas.openxmlformats.org/officeDocument/2006/relationships/tags" Target="../tags/tag247.xml"/><Relationship Id="rId19" Type="http://schemas.openxmlformats.org/officeDocument/2006/relationships/tags" Target="../tags/tag258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image" Target="../media/image53.svg"/><Relationship Id="rId15" Type="http://schemas.openxmlformats.org/officeDocument/2006/relationships/image" Target="../media/image52.png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image" Target="../media/image51.svg"/><Relationship Id="rId107" Type="http://schemas.openxmlformats.org/officeDocument/2006/relationships/slideLayout" Target="../slideLayouts/slideLayout16.xml"/><Relationship Id="rId106" Type="http://schemas.openxmlformats.org/officeDocument/2006/relationships/tags" Target="../tags/tag315.xml"/><Relationship Id="rId105" Type="http://schemas.openxmlformats.org/officeDocument/2006/relationships/tags" Target="../tags/tag314.xml"/><Relationship Id="rId104" Type="http://schemas.openxmlformats.org/officeDocument/2006/relationships/image" Target="../media/image83.svg"/><Relationship Id="rId103" Type="http://schemas.openxmlformats.org/officeDocument/2006/relationships/image" Target="../media/image82.png"/><Relationship Id="rId102" Type="http://schemas.openxmlformats.org/officeDocument/2006/relationships/tags" Target="../tags/tag313.xml"/><Relationship Id="rId101" Type="http://schemas.openxmlformats.org/officeDocument/2006/relationships/tags" Target="../tags/tag312.xml"/><Relationship Id="rId100" Type="http://schemas.openxmlformats.org/officeDocument/2006/relationships/tags" Target="../tags/tag311.xml"/><Relationship Id="rId10" Type="http://schemas.openxmlformats.org/officeDocument/2006/relationships/image" Target="../media/image50.png"/><Relationship Id="rId1" Type="http://schemas.openxmlformats.org/officeDocument/2006/relationships/tags" Target="../tags/tag24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8" Type="http://schemas.openxmlformats.org/officeDocument/2006/relationships/slideLayout" Target="../slideLayouts/slideLayout16.xml"/><Relationship Id="rId47" Type="http://schemas.openxmlformats.org/officeDocument/2006/relationships/tags" Target="../tags/tag354.xml"/><Relationship Id="rId46" Type="http://schemas.openxmlformats.org/officeDocument/2006/relationships/tags" Target="../tags/tag353.xml"/><Relationship Id="rId45" Type="http://schemas.openxmlformats.org/officeDocument/2006/relationships/image" Target="../media/image89.svg"/><Relationship Id="rId44" Type="http://schemas.openxmlformats.org/officeDocument/2006/relationships/image" Target="../media/image88.png"/><Relationship Id="rId43" Type="http://schemas.openxmlformats.org/officeDocument/2006/relationships/tags" Target="../tags/tag352.xml"/><Relationship Id="rId42" Type="http://schemas.openxmlformats.org/officeDocument/2006/relationships/tags" Target="../tags/tag351.xml"/><Relationship Id="rId41" Type="http://schemas.openxmlformats.org/officeDocument/2006/relationships/tags" Target="../tags/tag350.xml"/><Relationship Id="rId40" Type="http://schemas.openxmlformats.org/officeDocument/2006/relationships/tags" Target="../tags/tag349.xml"/><Relationship Id="rId4" Type="http://schemas.openxmlformats.org/officeDocument/2006/relationships/tags" Target="../tags/tag319.xml"/><Relationship Id="rId39" Type="http://schemas.openxmlformats.org/officeDocument/2006/relationships/tags" Target="../tags/tag348.xml"/><Relationship Id="rId38" Type="http://schemas.openxmlformats.org/officeDocument/2006/relationships/tags" Target="../tags/tag347.xml"/><Relationship Id="rId37" Type="http://schemas.openxmlformats.org/officeDocument/2006/relationships/tags" Target="../tags/tag346.xml"/><Relationship Id="rId36" Type="http://schemas.openxmlformats.org/officeDocument/2006/relationships/tags" Target="../tags/tag345.xml"/><Relationship Id="rId35" Type="http://schemas.openxmlformats.org/officeDocument/2006/relationships/tags" Target="../tags/tag344.xml"/><Relationship Id="rId34" Type="http://schemas.openxmlformats.org/officeDocument/2006/relationships/image" Target="../media/image87.svg"/><Relationship Id="rId33" Type="http://schemas.openxmlformats.org/officeDocument/2006/relationships/image" Target="../media/image86.png"/><Relationship Id="rId32" Type="http://schemas.openxmlformats.org/officeDocument/2006/relationships/tags" Target="../tags/tag343.xml"/><Relationship Id="rId31" Type="http://schemas.openxmlformats.org/officeDocument/2006/relationships/tags" Target="../tags/tag342.xml"/><Relationship Id="rId30" Type="http://schemas.openxmlformats.org/officeDocument/2006/relationships/tags" Target="../tags/tag341.xml"/><Relationship Id="rId3" Type="http://schemas.openxmlformats.org/officeDocument/2006/relationships/tags" Target="../tags/tag318.xml"/><Relationship Id="rId29" Type="http://schemas.openxmlformats.org/officeDocument/2006/relationships/tags" Target="../tags/tag340.xml"/><Relationship Id="rId28" Type="http://schemas.openxmlformats.org/officeDocument/2006/relationships/tags" Target="../tags/tag339.xml"/><Relationship Id="rId27" Type="http://schemas.openxmlformats.org/officeDocument/2006/relationships/tags" Target="../tags/tag338.xml"/><Relationship Id="rId26" Type="http://schemas.openxmlformats.org/officeDocument/2006/relationships/tags" Target="../tags/tag337.xml"/><Relationship Id="rId25" Type="http://schemas.openxmlformats.org/officeDocument/2006/relationships/tags" Target="../tags/tag336.xml"/><Relationship Id="rId24" Type="http://schemas.openxmlformats.org/officeDocument/2006/relationships/tags" Target="../tags/tag335.xml"/><Relationship Id="rId23" Type="http://schemas.openxmlformats.org/officeDocument/2006/relationships/tags" Target="../tags/tag334.xml"/><Relationship Id="rId22" Type="http://schemas.openxmlformats.org/officeDocument/2006/relationships/tags" Target="../tags/tag333.xml"/><Relationship Id="rId21" Type="http://schemas.openxmlformats.org/officeDocument/2006/relationships/image" Target="../media/image41.svg"/><Relationship Id="rId20" Type="http://schemas.openxmlformats.org/officeDocument/2006/relationships/image" Target="../media/image40.png"/><Relationship Id="rId2" Type="http://schemas.openxmlformats.org/officeDocument/2006/relationships/tags" Target="../tags/tag317.xml"/><Relationship Id="rId19" Type="http://schemas.openxmlformats.org/officeDocument/2006/relationships/tags" Target="../tags/tag332.xml"/><Relationship Id="rId18" Type="http://schemas.openxmlformats.org/officeDocument/2006/relationships/tags" Target="../tags/tag331.xml"/><Relationship Id="rId17" Type="http://schemas.openxmlformats.org/officeDocument/2006/relationships/tags" Target="../tags/tag330.xml"/><Relationship Id="rId16" Type="http://schemas.openxmlformats.org/officeDocument/2006/relationships/tags" Target="../tags/tag329.xml"/><Relationship Id="rId15" Type="http://schemas.openxmlformats.org/officeDocument/2006/relationships/tags" Target="../tags/tag328.xml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tags" Target="../tags/tag323.xml"/><Relationship Id="rId1" Type="http://schemas.openxmlformats.org/officeDocument/2006/relationships/tags" Target="../tags/tag316.xml"/></Relationships>
</file>

<file path=ppt/slides/_rels/slide6.xml.rels><?xml version="1.0" encoding="UTF-8" standalone="yes"?>
<Relationships xmlns="http://schemas.openxmlformats.org/package/2006/relationships"><Relationship Id="rId95" Type="http://schemas.openxmlformats.org/officeDocument/2006/relationships/slideLayout" Target="../slideLayouts/slideLayout16.xml"/><Relationship Id="rId94" Type="http://schemas.openxmlformats.org/officeDocument/2006/relationships/tags" Target="../tags/tag418.xml"/><Relationship Id="rId93" Type="http://schemas.openxmlformats.org/officeDocument/2006/relationships/tags" Target="../tags/tag417.xml"/><Relationship Id="rId92" Type="http://schemas.openxmlformats.org/officeDocument/2006/relationships/tags" Target="../tags/tag416.xml"/><Relationship Id="rId91" Type="http://schemas.openxmlformats.org/officeDocument/2006/relationships/tags" Target="../tags/tag415.xml"/><Relationship Id="rId90" Type="http://schemas.openxmlformats.org/officeDocument/2006/relationships/tags" Target="../tags/tag414.xml"/><Relationship Id="rId9" Type="http://schemas.openxmlformats.org/officeDocument/2006/relationships/tags" Target="../tags/tag361.xml"/><Relationship Id="rId89" Type="http://schemas.openxmlformats.org/officeDocument/2006/relationships/tags" Target="../tags/tag413.xml"/><Relationship Id="rId88" Type="http://schemas.openxmlformats.org/officeDocument/2006/relationships/tags" Target="../tags/tag412.xml"/><Relationship Id="rId87" Type="http://schemas.openxmlformats.org/officeDocument/2006/relationships/tags" Target="../tags/tag411.xml"/><Relationship Id="rId86" Type="http://schemas.openxmlformats.org/officeDocument/2006/relationships/tags" Target="../tags/tag410.xml"/><Relationship Id="rId85" Type="http://schemas.openxmlformats.org/officeDocument/2006/relationships/tags" Target="../tags/tag409.xml"/><Relationship Id="rId84" Type="http://schemas.openxmlformats.org/officeDocument/2006/relationships/tags" Target="../tags/tag408.xml"/><Relationship Id="rId83" Type="http://schemas.openxmlformats.org/officeDocument/2006/relationships/tags" Target="../tags/tag407.xml"/><Relationship Id="rId82" Type="http://schemas.openxmlformats.org/officeDocument/2006/relationships/image" Target="../media/image119.svg"/><Relationship Id="rId81" Type="http://schemas.openxmlformats.org/officeDocument/2006/relationships/image" Target="../media/image118.png"/><Relationship Id="rId80" Type="http://schemas.openxmlformats.org/officeDocument/2006/relationships/tags" Target="../tags/tag406.xml"/><Relationship Id="rId8" Type="http://schemas.openxmlformats.org/officeDocument/2006/relationships/tags" Target="../tags/tag360.xml"/><Relationship Id="rId79" Type="http://schemas.openxmlformats.org/officeDocument/2006/relationships/tags" Target="../tags/tag405.xml"/><Relationship Id="rId78" Type="http://schemas.openxmlformats.org/officeDocument/2006/relationships/tags" Target="../tags/tag404.xml"/><Relationship Id="rId77" Type="http://schemas.openxmlformats.org/officeDocument/2006/relationships/tags" Target="../tags/tag403.xml"/><Relationship Id="rId76" Type="http://schemas.openxmlformats.org/officeDocument/2006/relationships/tags" Target="../tags/tag402.xml"/><Relationship Id="rId75" Type="http://schemas.openxmlformats.org/officeDocument/2006/relationships/image" Target="../media/image117.svg"/><Relationship Id="rId74" Type="http://schemas.openxmlformats.org/officeDocument/2006/relationships/image" Target="../media/image116.png"/><Relationship Id="rId73" Type="http://schemas.openxmlformats.org/officeDocument/2006/relationships/tags" Target="../tags/tag401.xml"/><Relationship Id="rId72" Type="http://schemas.openxmlformats.org/officeDocument/2006/relationships/tags" Target="../tags/tag400.xml"/><Relationship Id="rId71" Type="http://schemas.openxmlformats.org/officeDocument/2006/relationships/tags" Target="../tags/tag399.xml"/><Relationship Id="rId70" Type="http://schemas.openxmlformats.org/officeDocument/2006/relationships/tags" Target="../tags/tag398.xml"/><Relationship Id="rId7" Type="http://schemas.openxmlformats.org/officeDocument/2006/relationships/image" Target="../media/image91.svg"/><Relationship Id="rId69" Type="http://schemas.openxmlformats.org/officeDocument/2006/relationships/image" Target="../media/image115.svg"/><Relationship Id="rId68" Type="http://schemas.openxmlformats.org/officeDocument/2006/relationships/image" Target="../media/image114.png"/><Relationship Id="rId67" Type="http://schemas.openxmlformats.org/officeDocument/2006/relationships/tags" Target="../tags/tag397.xml"/><Relationship Id="rId66" Type="http://schemas.openxmlformats.org/officeDocument/2006/relationships/tags" Target="../tags/tag396.xml"/><Relationship Id="rId65" Type="http://schemas.openxmlformats.org/officeDocument/2006/relationships/tags" Target="../tags/tag395.xml"/><Relationship Id="rId64" Type="http://schemas.openxmlformats.org/officeDocument/2006/relationships/image" Target="../media/image113.svg"/><Relationship Id="rId63" Type="http://schemas.openxmlformats.org/officeDocument/2006/relationships/image" Target="../media/image112.png"/><Relationship Id="rId62" Type="http://schemas.openxmlformats.org/officeDocument/2006/relationships/tags" Target="../tags/tag394.xml"/><Relationship Id="rId61" Type="http://schemas.openxmlformats.org/officeDocument/2006/relationships/tags" Target="../tags/tag393.xml"/><Relationship Id="rId60" Type="http://schemas.openxmlformats.org/officeDocument/2006/relationships/tags" Target="../tags/tag392.xml"/><Relationship Id="rId6" Type="http://schemas.openxmlformats.org/officeDocument/2006/relationships/image" Target="../media/image90.png"/><Relationship Id="rId59" Type="http://schemas.openxmlformats.org/officeDocument/2006/relationships/image" Target="../media/image111.svg"/><Relationship Id="rId58" Type="http://schemas.openxmlformats.org/officeDocument/2006/relationships/image" Target="../media/image110.png"/><Relationship Id="rId57" Type="http://schemas.openxmlformats.org/officeDocument/2006/relationships/tags" Target="../tags/tag391.xml"/><Relationship Id="rId56" Type="http://schemas.openxmlformats.org/officeDocument/2006/relationships/tags" Target="../tags/tag390.xml"/><Relationship Id="rId55" Type="http://schemas.openxmlformats.org/officeDocument/2006/relationships/tags" Target="../tags/tag389.xml"/><Relationship Id="rId54" Type="http://schemas.openxmlformats.org/officeDocument/2006/relationships/image" Target="../media/image109.svg"/><Relationship Id="rId53" Type="http://schemas.openxmlformats.org/officeDocument/2006/relationships/image" Target="../media/image108.png"/><Relationship Id="rId52" Type="http://schemas.openxmlformats.org/officeDocument/2006/relationships/tags" Target="../tags/tag388.xml"/><Relationship Id="rId51" Type="http://schemas.openxmlformats.org/officeDocument/2006/relationships/tags" Target="../tags/tag387.xml"/><Relationship Id="rId50" Type="http://schemas.openxmlformats.org/officeDocument/2006/relationships/tags" Target="../tags/tag386.xml"/><Relationship Id="rId5" Type="http://schemas.openxmlformats.org/officeDocument/2006/relationships/tags" Target="../tags/tag359.xml"/><Relationship Id="rId49" Type="http://schemas.openxmlformats.org/officeDocument/2006/relationships/image" Target="../media/image107.svg"/><Relationship Id="rId48" Type="http://schemas.openxmlformats.org/officeDocument/2006/relationships/image" Target="../media/image106.png"/><Relationship Id="rId47" Type="http://schemas.openxmlformats.org/officeDocument/2006/relationships/tags" Target="../tags/tag385.xml"/><Relationship Id="rId46" Type="http://schemas.openxmlformats.org/officeDocument/2006/relationships/tags" Target="../tags/tag384.xml"/><Relationship Id="rId45" Type="http://schemas.openxmlformats.org/officeDocument/2006/relationships/tags" Target="../tags/tag383.xml"/><Relationship Id="rId44" Type="http://schemas.openxmlformats.org/officeDocument/2006/relationships/tags" Target="../tags/tag382.xml"/><Relationship Id="rId43" Type="http://schemas.openxmlformats.org/officeDocument/2006/relationships/tags" Target="../tags/tag381.xml"/><Relationship Id="rId42" Type="http://schemas.openxmlformats.org/officeDocument/2006/relationships/image" Target="../media/image105.svg"/><Relationship Id="rId41" Type="http://schemas.openxmlformats.org/officeDocument/2006/relationships/image" Target="../media/image104.png"/><Relationship Id="rId40" Type="http://schemas.openxmlformats.org/officeDocument/2006/relationships/tags" Target="../tags/tag380.xml"/><Relationship Id="rId4" Type="http://schemas.openxmlformats.org/officeDocument/2006/relationships/tags" Target="../tags/tag358.xml"/><Relationship Id="rId39" Type="http://schemas.openxmlformats.org/officeDocument/2006/relationships/tags" Target="../tags/tag379.xml"/><Relationship Id="rId38" Type="http://schemas.openxmlformats.org/officeDocument/2006/relationships/tags" Target="../tags/tag378.xml"/><Relationship Id="rId37" Type="http://schemas.openxmlformats.org/officeDocument/2006/relationships/image" Target="../media/image103.svg"/><Relationship Id="rId36" Type="http://schemas.openxmlformats.org/officeDocument/2006/relationships/image" Target="../media/image102.png"/><Relationship Id="rId35" Type="http://schemas.openxmlformats.org/officeDocument/2006/relationships/tags" Target="../tags/tag377.xml"/><Relationship Id="rId34" Type="http://schemas.openxmlformats.org/officeDocument/2006/relationships/tags" Target="../tags/tag376.xml"/><Relationship Id="rId33" Type="http://schemas.openxmlformats.org/officeDocument/2006/relationships/tags" Target="../tags/tag375.xml"/><Relationship Id="rId32" Type="http://schemas.openxmlformats.org/officeDocument/2006/relationships/image" Target="../media/image101.svg"/><Relationship Id="rId31" Type="http://schemas.openxmlformats.org/officeDocument/2006/relationships/image" Target="../media/image100.png"/><Relationship Id="rId30" Type="http://schemas.openxmlformats.org/officeDocument/2006/relationships/tags" Target="../tags/tag374.xml"/><Relationship Id="rId3" Type="http://schemas.openxmlformats.org/officeDocument/2006/relationships/tags" Target="../tags/tag357.xml"/><Relationship Id="rId29" Type="http://schemas.openxmlformats.org/officeDocument/2006/relationships/tags" Target="../tags/tag373.xml"/><Relationship Id="rId28" Type="http://schemas.openxmlformats.org/officeDocument/2006/relationships/tags" Target="../tags/tag372.xml"/><Relationship Id="rId27" Type="http://schemas.openxmlformats.org/officeDocument/2006/relationships/image" Target="../media/image99.svg"/><Relationship Id="rId26" Type="http://schemas.openxmlformats.org/officeDocument/2006/relationships/image" Target="../media/image98.png"/><Relationship Id="rId25" Type="http://schemas.openxmlformats.org/officeDocument/2006/relationships/tags" Target="../tags/tag371.xml"/><Relationship Id="rId24" Type="http://schemas.openxmlformats.org/officeDocument/2006/relationships/tags" Target="../tags/tag370.xml"/><Relationship Id="rId23" Type="http://schemas.openxmlformats.org/officeDocument/2006/relationships/tags" Target="../tags/tag369.xml"/><Relationship Id="rId22" Type="http://schemas.openxmlformats.org/officeDocument/2006/relationships/image" Target="../media/image97.svg"/><Relationship Id="rId21" Type="http://schemas.openxmlformats.org/officeDocument/2006/relationships/image" Target="../media/image96.png"/><Relationship Id="rId20" Type="http://schemas.openxmlformats.org/officeDocument/2006/relationships/tags" Target="../tags/tag368.xml"/><Relationship Id="rId2" Type="http://schemas.openxmlformats.org/officeDocument/2006/relationships/tags" Target="../tags/tag356.xml"/><Relationship Id="rId19" Type="http://schemas.openxmlformats.org/officeDocument/2006/relationships/tags" Target="../tags/tag367.xml"/><Relationship Id="rId18" Type="http://schemas.openxmlformats.org/officeDocument/2006/relationships/tags" Target="../tags/tag366.xml"/><Relationship Id="rId17" Type="http://schemas.openxmlformats.org/officeDocument/2006/relationships/image" Target="../media/image95.svg"/><Relationship Id="rId16" Type="http://schemas.openxmlformats.org/officeDocument/2006/relationships/image" Target="../media/image94.png"/><Relationship Id="rId15" Type="http://schemas.openxmlformats.org/officeDocument/2006/relationships/tags" Target="../tags/tag365.xml"/><Relationship Id="rId14" Type="http://schemas.openxmlformats.org/officeDocument/2006/relationships/tags" Target="../tags/tag364.xml"/><Relationship Id="rId13" Type="http://schemas.openxmlformats.org/officeDocument/2006/relationships/tags" Target="../tags/tag363.xml"/><Relationship Id="rId12" Type="http://schemas.openxmlformats.org/officeDocument/2006/relationships/image" Target="../media/image93.svg"/><Relationship Id="rId11" Type="http://schemas.openxmlformats.org/officeDocument/2006/relationships/image" Target="../media/image92.png"/><Relationship Id="rId10" Type="http://schemas.openxmlformats.org/officeDocument/2006/relationships/tags" Target="../tags/tag362.xml"/><Relationship Id="rId1" Type="http://schemas.openxmlformats.org/officeDocument/2006/relationships/tags" Target="../tags/tag35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25.xml"/><Relationship Id="rId8" Type="http://schemas.openxmlformats.org/officeDocument/2006/relationships/tags" Target="../tags/tag424.xml"/><Relationship Id="rId7" Type="http://schemas.openxmlformats.org/officeDocument/2006/relationships/tags" Target="../tags/tag423.xml"/><Relationship Id="rId64" Type="http://schemas.openxmlformats.org/officeDocument/2006/relationships/slideLayout" Target="../slideLayouts/slideLayout16.xml"/><Relationship Id="rId63" Type="http://schemas.openxmlformats.org/officeDocument/2006/relationships/tags" Target="../tags/tag463.xml"/><Relationship Id="rId62" Type="http://schemas.openxmlformats.org/officeDocument/2006/relationships/tags" Target="../tags/tag462.xml"/><Relationship Id="rId61" Type="http://schemas.openxmlformats.org/officeDocument/2006/relationships/tags" Target="../tags/tag461.xml"/><Relationship Id="rId60" Type="http://schemas.openxmlformats.org/officeDocument/2006/relationships/tags" Target="../tags/tag460.xml"/><Relationship Id="rId6" Type="http://schemas.openxmlformats.org/officeDocument/2006/relationships/image" Target="../media/image121.svg"/><Relationship Id="rId59" Type="http://schemas.openxmlformats.org/officeDocument/2006/relationships/tags" Target="../tags/tag459.xml"/><Relationship Id="rId58" Type="http://schemas.openxmlformats.org/officeDocument/2006/relationships/tags" Target="../tags/tag458.xml"/><Relationship Id="rId57" Type="http://schemas.openxmlformats.org/officeDocument/2006/relationships/tags" Target="../tags/tag457.xml"/><Relationship Id="rId56" Type="http://schemas.openxmlformats.org/officeDocument/2006/relationships/tags" Target="../tags/tag456.xml"/><Relationship Id="rId55" Type="http://schemas.openxmlformats.org/officeDocument/2006/relationships/tags" Target="../tags/tag455.xml"/><Relationship Id="rId54" Type="http://schemas.openxmlformats.org/officeDocument/2006/relationships/tags" Target="../tags/tag454.xml"/><Relationship Id="rId53" Type="http://schemas.openxmlformats.org/officeDocument/2006/relationships/tags" Target="../tags/tag453.xml"/><Relationship Id="rId52" Type="http://schemas.openxmlformats.org/officeDocument/2006/relationships/image" Target="../media/image135.svg"/><Relationship Id="rId51" Type="http://schemas.openxmlformats.org/officeDocument/2006/relationships/image" Target="../media/image134.png"/><Relationship Id="rId50" Type="http://schemas.openxmlformats.org/officeDocument/2006/relationships/tags" Target="../tags/tag452.xml"/><Relationship Id="rId5" Type="http://schemas.openxmlformats.org/officeDocument/2006/relationships/image" Target="../media/image120.png"/><Relationship Id="rId49" Type="http://schemas.openxmlformats.org/officeDocument/2006/relationships/tags" Target="../tags/tag451.xml"/><Relationship Id="rId48" Type="http://schemas.openxmlformats.org/officeDocument/2006/relationships/tags" Target="../tags/tag450.xml"/><Relationship Id="rId47" Type="http://schemas.openxmlformats.org/officeDocument/2006/relationships/image" Target="../media/image133.svg"/><Relationship Id="rId46" Type="http://schemas.openxmlformats.org/officeDocument/2006/relationships/image" Target="../media/image132.png"/><Relationship Id="rId45" Type="http://schemas.openxmlformats.org/officeDocument/2006/relationships/tags" Target="../tags/tag449.xml"/><Relationship Id="rId44" Type="http://schemas.openxmlformats.org/officeDocument/2006/relationships/tags" Target="../tags/tag448.xml"/><Relationship Id="rId43" Type="http://schemas.openxmlformats.org/officeDocument/2006/relationships/tags" Target="../tags/tag447.xml"/><Relationship Id="rId42" Type="http://schemas.openxmlformats.org/officeDocument/2006/relationships/image" Target="../media/image131.svg"/><Relationship Id="rId41" Type="http://schemas.openxmlformats.org/officeDocument/2006/relationships/image" Target="../media/image130.png"/><Relationship Id="rId40" Type="http://schemas.openxmlformats.org/officeDocument/2006/relationships/tags" Target="../tags/tag446.xml"/><Relationship Id="rId4" Type="http://schemas.openxmlformats.org/officeDocument/2006/relationships/tags" Target="../tags/tag422.xml"/><Relationship Id="rId39" Type="http://schemas.openxmlformats.org/officeDocument/2006/relationships/tags" Target="../tags/tag445.xml"/><Relationship Id="rId38" Type="http://schemas.openxmlformats.org/officeDocument/2006/relationships/tags" Target="../tags/tag444.xml"/><Relationship Id="rId37" Type="http://schemas.openxmlformats.org/officeDocument/2006/relationships/image" Target="../media/image129.svg"/><Relationship Id="rId36" Type="http://schemas.openxmlformats.org/officeDocument/2006/relationships/image" Target="../media/image128.png"/><Relationship Id="rId35" Type="http://schemas.openxmlformats.org/officeDocument/2006/relationships/tags" Target="../tags/tag443.xml"/><Relationship Id="rId34" Type="http://schemas.openxmlformats.org/officeDocument/2006/relationships/tags" Target="../tags/tag442.xml"/><Relationship Id="rId33" Type="http://schemas.openxmlformats.org/officeDocument/2006/relationships/tags" Target="../tags/tag441.xml"/><Relationship Id="rId32" Type="http://schemas.openxmlformats.org/officeDocument/2006/relationships/image" Target="../media/image127.svg"/><Relationship Id="rId31" Type="http://schemas.openxmlformats.org/officeDocument/2006/relationships/image" Target="../media/image126.png"/><Relationship Id="rId30" Type="http://schemas.openxmlformats.org/officeDocument/2006/relationships/tags" Target="../tags/tag440.xml"/><Relationship Id="rId3" Type="http://schemas.openxmlformats.org/officeDocument/2006/relationships/tags" Target="../tags/tag421.xml"/><Relationship Id="rId29" Type="http://schemas.openxmlformats.org/officeDocument/2006/relationships/tags" Target="../tags/tag439.xml"/><Relationship Id="rId28" Type="http://schemas.openxmlformats.org/officeDocument/2006/relationships/tags" Target="../tags/tag438.xml"/><Relationship Id="rId27" Type="http://schemas.openxmlformats.org/officeDocument/2006/relationships/image" Target="../media/image125.svg"/><Relationship Id="rId26" Type="http://schemas.openxmlformats.org/officeDocument/2006/relationships/image" Target="../media/image124.png"/><Relationship Id="rId25" Type="http://schemas.openxmlformats.org/officeDocument/2006/relationships/tags" Target="../tags/tag437.xml"/><Relationship Id="rId24" Type="http://schemas.openxmlformats.org/officeDocument/2006/relationships/tags" Target="../tags/tag436.xml"/><Relationship Id="rId23" Type="http://schemas.openxmlformats.org/officeDocument/2006/relationships/tags" Target="../tags/tag435.xml"/><Relationship Id="rId22" Type="http://schemas.openxmlformats.org/officeDocument/2006/relationships/tags" Target="../tags/tag434.xml"/><Relationship Id="rId21" Type="http://schemas.openxmlformats.org/officeDocument/2006/relationships/tags" Target="../tags/tag433.xml"/><Relationship Id="rId20" Type="http://schemas.openxmlformats.org/officeDocument/2006/relationships/image" Target="../media/image87.svg"/><Relationship Id="rId2" Type="http://schemas.openxmlformats.org/officeDocument/2006/relationships/tags" Target="../tags/tag420.xml"/><Relationship Id="rId19" Type="http://schemas.openxmlformats.org/officeDocument/2006/relationships/image" Target="../media/image86.png"/><Relationship Id="rId18" Type="http://schemas.openxmlformats.org/officeDocument/2006/relationships/tags" Target="../tags/tag432.xml"/><Relationship Id="rId17" Type="http://schemas.openxmlformats.org/officeDocument/2006/relationships/tags" Target="../tags/tag431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image" Target="../media/image123.svg"/><Relationship Id="rId12" Type="http://schemas.openxmlformats.org/officeDocument/2006/relationships/image" Target="../media/image122.png"/><Relationship Id="rId11" Type="http://schemas.openxmlformats.org/officeDocument/2006/relationships/tags" Target="../tags/tag427.xml"/><Relationship Id="rId10" Type="http://schemas.openxmlformats.org/officeDocument/2006/relationships/tags" Target="../tags/tag426.xml"/><Relationship Id="rId1" Type="http://schemas.openxmlformats.org/officeDocument/2006/relationships/tags" Target="../tags/tag419.xml"/></Relationships>
</file>

<file path=ppt/slides/_rels/slide8.xml.rels><?xml version="1.0" encoding="UTF-8" standalone="yes"?>
<Relationships xmlns="http://schemas.openxmlformats.org/package/2006/relationships"><Relationship Id="rId94" Type="http://schemas.openxmlformats.org/officeDocument/2006/relationships/slideLayout" Target="../slideLayouts/slideLayout16.xml"/><Relationship Id="rId93" Type="http://schemas.openxmlformats.org/officeDocument/2006/relationships/tags" Target="../tags/tag536.xml"/><Relationship Id="rId92" Type="http://schemas.openxmlformats.org/officeDocument/2006/relationships/image" Target="../media/image37.svg"/><Relationship Id="rId91" Type="http://schemas.openxmlformats.org/officeDocument/2006/relationships/image" Target="../media/image36.png"/><Relationship Id="rId90" Type="http://schemas.openxmlformats.org/officeDocument/2006/relationships/tags" Target="../tags/tag535.xml"/><Relationship Id="rId9" Type="http://schemas.openxmlformats.org/officeDocument/2006/relationships/tags" Target="../tags/tag470.xml"/><Relationship Id="rId89" Type="http://schemas.openxmlformats.org/officeDocument/2006/relationships/tags" Target="../tags/tag534.xml"/><Relationship Id="rId88" Type="http://schemas.openxmlformats.org/officeDocument/2006/relationships/tags" Target="../tags/tag533.xml"/><Relationship Id="rId87" Type="http://schemas.openxmlformats.org/officeDocument/2006/relationships/tags" Target="../tags/tag532.xml"/><Relationship Id="rId86" Type="http://schemas.openxmlformats.org/officeDocument/2006/relationships/image" Target="../media/image153.svg"/><Relationship Id="rId85" Type="http://schemas.openxmlformats.org/officeDocument/2006/relationships/image" Target="../media/image152.png"/><Relationship Id="rId84" Type="http://schemas.openxmlformats.org/officeDocument/2006/relationships/tags" Target="../tags/tag531.xml"/><Relationship Id="rId83" Type="http://schemas.openxmlformats.org/officeDocument/2006/relationships/tags" Target="../tags/tag530.xml"/><Relationship Id="rId82" Type="http://schemas.openxmlformats.org/officeDocument/2006/relationships/tags" Target="../tags/tag529.xml"/><Relationship Id="rId81" Type="http://schemas.openxmlformats.org/officeDocument/2006/relationships/tags" Target="../tags/tag528.xml"/><Relationship Id="rId80" Type="http://schemas.openxmlformats.org/officeDocument/2006/relationships/image" Target="../media/image151.svg"/><Relationship Id="rId8" Type="http://schemas.openxmlformats.org/officeDocument/2006/relationships/tags" Target="../tags/tag469.xml"/><Relationship Id="rId79" Type="http://schemas.openxmlformats.org/officeDocument/2006/relationships/image" Target="../media/image150.png"/><Relationship Id="rId78" Type="http://schemas.openxmlformats.org/officeDocument/2006/relationships/tags" Target="../tags/tag527.xml"/><Relationship Id="rId77" Type="http://schemas.openxmlformats.org/officeDocument/2006/relationships/tags" Target="../tags/tag526.xml"/><Relationship Id="rId76" Type="http://schemas.openxmlformats.org/officeDocument/2006/relationships/tags" Target="../tags/tag525.xml"/><Relationship Id="rId75" Type="http://schemas.openxmlformats.org/officeDocument/2006/relationships/tags" Target="../tags/tag524.xml"/><Relationship Id="rId74" Type="http://schemas.openxmlformats.org/officeDocument/2006/relationships/tags" Target="../tags/tag523.xml"/><Relationship Id="rId73" Type="http://schemas.openxmlformats.org/officeDocument/2006/relationships/tags" Target="../tags/tag522.xml"/><Relationship Id="rId72" Type="http://schemas.openxmlformats.org/officeDocument/2006/relationships/tags" Target="../tags/tag521.xml"/><Relationship Id="rId71" Type="http://schemas.openxmlformats.org/officeDocument/2006/relationships/tags" Target="../tags/tag520.xml"/><Relationship Id="rId70" Type="http://schemas.openxmlformats.org/officeDocument/2006/relationships/image" Target="../media/image149.svg"/><Relationship Id="rId7" Type="http://schemas.openxmlformats.org/officeDocument/2006/relationships/tags" Target="../tags/tag468.xml"/><Relationship Id="rId69" Type="http://schemas.openxmlformats.org/officeDocument/2006/relationships/image" Target="../media/image148.png"/><Relationship Id="rId68" Type="http://schemas.openxmlformats.org/officeDocument/2006/relationships/tags" Target="../tags/tag519.xml"/><Relationship Id="rId67" Type="http://schemas.openxmlformats.org/officeDocument/2006/relationships/tags" Target="../tags/tag518.xml"/><Relationship Id="rId66" Type="http://schemas.openxmlformats.org/officeDocument/2006/relationships/tags" Target="../tags/tag517.xml"/><Relationship Id="rId65" Type="http://schemas.openxmlformats.org/officeDocument/2006/relationships/tags" Target="../tags/tag516.xml"/><Relationship Id="rId64" Type="http://schemas.openxmlformats.org/officeDocument/2006/relationships/tags" Target="../tags/tag515.xml"/><Relationship Id="rId63" Type="http://schemas.openxmlformats.org/officeDocument/2006/relationships/tags" Target="../tags/tag514.xml"/><Relationship Id="rId62" Type="http://schemas.openxmlformats.org/officeDocument/2006/relationships/tags" Target="../tags/tag513.xml"/><Relationship Id="rId61" Type="http://schemas.openxmlformats.org/officeDocument/2006/relationships/tags" Target="../tags/tag512.xml"/><Relationship Id="rId60" Type="http://schemas.openxmlformats.org/officeDocument/2006/relationships/image" Target="../media/image147.svg"/><Relationship Id="rId6" Type="http://schemas.openxmlformats.org/officeDocument/2006/relationships/image" Target="../media/image137.svg"/><Relationship Id="rId59" Type="http://schemas.openxmlformats.org/officeDocument/2006/relationships/image" Target="../media/image146.png"/><Relationship Id="rId58" Type="http://schemas.openxmlformats.org/officeDocument/2006/relationships/tags" Target="../tags/tag511.xml"/><Relationship Id="rId57" Type="http://schemas.openxmlformats.org/officeDocument/2006/relationships/tags" Target="../tags/tag510.xml"/><Relationship Id="rId56" Type="http://schemas.openxmlformats.org/officeDocument/2006/relationships/tags" Target="../tags/tag509.xml"/><Relationship Id="rId55" Type="http://schemas.openxmlformats.org/officeDocument/2006/relationships/tags" Target="../tags/tag508.xml"/><Relationship Id="rId54" Type="http://schemas.openxmlformats.org/officeDocument/2006/relationships/tags" Target="../tags/tag507.xml"/><Relationship Id="rId53" Type="http://schemas.openxmlformats.org/officeDocument/2006/relationships/tags" Target="../tags/tag506.xml"/><Relationship Id="rId52" Type="http://schemas.openxmlformats.org/officeDocument/2006/relationships/tags" Target="../tags/tag505.xml"/><Relationship Id="rId51" Type="http://schemas.openxmlformats.org/officeDocument/2006/relationships/tags" Target="../tags/tag504.xml"/><Relationship Id="rId50" Type="http://schemas.openxmlformats.org/officeDocument/2006/relationships/tags" Target="../tags/tag503.xml"/><Relationship Id="rId5" Type="http://schemas.openxmlformats.org/officeDocument/2006/relationships/image" Target="../media/image136.png"/><Relationship Id="rId49" Type="http://schemas.openxmlformats.org/officeDocument/2006/relationships/tags" Target="../tags/tag502.xml"/><Relationship Id="rId48" Type="http://schemas.openxmlformats.org/officeDocument/2006/relationships/image" Target="../media/image145.svg"/><Relationship Id="rId47" Type="http://schemas.openxmlformats.org/officeDocument/2006/relationships/image" Target="../media/image144.png"/><Relationship Id="rId46" Type="http://schemas.openxmlformats.org/officeDocument/2006/relationships/tags" Target="../tags/tag501.xml"/><Relationship Id="rId45" Type="http://schemas.openxmlformats.org/officeDocument/2006/relationships/tags" Target="../tags/tag500.xml"/><Relationship Id="rId44" Type="http://schemas.openxmlformats.org/officeDocument/2006/relationships/tags" Target="../tags/tag499.xml"/><Relationship Id="rId43" Type="http://schemas.openxmlformats.org/officeDocument/2006/relationships/tags" Target="../tags/tag498.xml"/><Relationship Id="rId42" Type="http://schemas.openxmlformats.org/officeDocument/2006/relationships/tags" Target="../tags/tag497.xml"/><Relationship Id="rId41" Type="http://schemas.openxmlformats.org/officeDocument/2006/relationships/tags" Target="../tags/tag496.xml"/><Relationship Id="rId40" Type="http://schemas.openxmlformats.org/officeDocument/2006/relationships/tags" Target="../tags/tag495.xml"/><Relationship Id="rId4" Type="http://schemas.openxmlformats.org/officeDocument/2006/relationships/tags" Target="../tags/tag467.xml"/><Relationship Id="rId39" Type="http://schemas.openxmlformats.org/officeDocument/2006/relationships/tags" Target="../tags/tag494.xml"/><Relationship Id="rId38" Type="http://schemas.openxmlformats.org/officeDocument/2006/relationships/image" Target="../media/image143.svg"/><Relationship Id="rId37" Type="http://schemas.openxmlformats.org/officeDocument/2006/relationships/image" Target="../media/image142.png"/><Relationship Id="rId36" Type="http://schemas.openxmlformats.org/officeDocument/2006/relationships/tags" Target="../tags/tag493.xml"/><Relationship Id="rId35" Type="http://schemas.openxmlformats.org/officeDocument/2006/relationships/tags" Target="../tags/tag492.xml"/><Relationship Id="rId34" Type="http://schemas.openxmlformats.org/officeDocument/2006/relationships/tags" Target="../tags/tag491.xml"/><Relationship Id="rId33" Type="http://schemas.openxmlformats.org/officeDocument/2006/relationships/tags" Target="../tags/tag490.xml"/><Relationship Id="rId32" Type="http://schemas.openxmlformats.org/officeDocument/2006/relationships/tags" Target="../tags/tag489.xml"/><Relationship Id="rId31" Type="http://schemas.openxmlformats.org/officeDocument/2006/relationships/tags" Target="../tags/tag488.xml"/><Relationship Id="rId30" Type="http://schemas.openxmlformats.org/officeDocument/2006/relationships/tags" Target="../tags/tag487.xml"/><Relationship Id="rId3" Type="http://schemas.openxmlformats.org/officeDocument/2006/relationships/tags" Target="../tags/tag466.xml"/><Relationship Id="rId29" Type="http://schemas.openxmlformats.org/officeDocument/2006/relationships/tags" Target="../tags/tag486.xml"/><Relationship Id="rId28" Type="http://schemas.openxmlformats.org/officeDocument/2006/relationships/image" Target="../media/image141.svg"/><Relationship Id="rId27" Type="http://schemas.openxmlformats.org/officeDocument/2006/relationships/image" Target="../media/image140.png"/><Relationship Id="rId26" Type="http://schemas.openxmlformats.org/officeDocument/2006/relationships/tags" Target="../tags/tag485.xml"/><Relationship Id="rId25" Type="http://schemas.openxmlformats.org/officeDocument/2006/relationships/tags" Target="../tags/tag484.xml"/><Relationship Id="rId24" Type="http://schemas.openxmlformats.org/officeDocument/2006/relationships/tags" Target="../tags/tag483.xml"/><Relationship Id="rId23" Type="http://schemas.openxmlformats.org/officeDocument/2006/relationships/tags" Target="../tags/tag482.xml"/><Relationship Id="rId22" Type="http://schemas.openxmlformats.org/officeDocument/2006/relationships/tags" Target="../tags/tag481.xml"/><Relationship Id="rId21" Type="http://schemas.openxmlformats.org/officeDocument/2006/relationships/tags" Target="../tags/tag480.xml"/><Relationship Id="rId20" Type="http://schemas.openxmlformats.org/officeDocument/2006/relationships/tags" Target="../tags/tag479.xml"/><Relationship Id="rId2" Type="http://schemas.openxmlformats.org/officeDocument/2006/relationships/tags" Target="../tags/tag465.xml"/><Relationship Id="rId19" Type="http://schemas.openxmlformats.org/officeDocument/2006/relationships/tags" Target="../tags/tag478.xml"/><Relationship Id="rId18" Type="http://schemas.openxmlformats.org/officeDocument/2006/relationships/image" Target="../media/image139.svg"/><Relationship Id="rId17" Type="http://schemas.openxmlformats.org/officeDocument/2006/relationships/image" Target="../media/image138.png"/><Relationship Id="rId16" Type="http://schemas.openxmlformats.org/officeDocument/2006/relationships/tags" Target="../tags/tag477.xml"/><Relationship Id="rId15" Type="http://schemas.openxmlformats.org/officeDocument/2006/relationships/tags" Target="../tags/tag476.xml"/><Relationship Id="rId14" Type="http://schemas.openxmlformats.org/officeDocument/2006/relationships/tags" Target="../tags/tag475.xml"/><Relationship Id="rId13" Type="http://schemas.openxmlformats.org/officeDocument/2006/relationships/tags" Target="../tags/tag474.xml"/><Relationship Id="rId12" Type="http://schemas.openxmlformats.org/officeDocument/2006/relationships/tags" Target="../tags/tag473.xml"/><Relationship Id="rId11" Type="http://schemas.openxmlformats.org/officeDocument/2006/relationships/tags" Target="../tags/tag472.xml"/><Relationship Id="rId10" Type="http://schemas.openxmlformats.org/officeDocument/2006/relationships/tags" Target="../tags/tag471.xml"/><Relationship Id="rId1" Type="http://schemas.openxmlformats.org/officeDocument/2006/relationships/tags" Target="../tags/tag46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43.xml"/><Relationship Id="rId86" Type="http://schemas.openxmlformats.org/officeDocument/2006/relationships/slideLayout" Target="../slideLayouts/slideLayout16.xml"/><Relationship Id="rId85" Type="http://schemas.openxmlformats.org/officeDocument/2006/relationships/tags" Target="../tags/tag599.xml"/><Relationship Id="rId84" Type="http://schemas.openxmlformats.org/officeDocument/2006/relationships/tags" Target="../tags/tag598.xml"/><Relationship Id="rId83" Type="http://schemas.openxmlformats.org/officeDocument/2006/relationships/image" Target="../media/image171.svg"/><Relationship Id="rId82" Type="http://schemas.openxmlformats.org/officeDocument/2006/relationships/image" Target="../media/image170.png"/><Relationship Id="rId81" Type="http://schemas.openxmlformats.org/officeDocument/2006/relationships/tags" Target="../tags/tag597.xml"/><Relationship Id="rId80" Type="http://schemas.openxmlformats.org/officeDocument/2006/relationships/tags" Target="../tags/tag596.xml"/><Relationship Id="rId8" Type="http://schemas.openxmlformats.org/officeDocument/2006/relationships/tags" Target="../tags/tag542.xml"/><Relationship Id="rId79" Type="http://schemas.openxmlformats.org/officeDocument/2006/relationships/tags" Target="../tags/tag595.xml"/><Relationship Id="rId78" Type="http://schemas.openxmlformats.org/officeDocument/2006/relationships/tags" Target="../tags/tag594.xml"/><Relationship Id="rId77" Type="http://schemas.openxmlformats.org/officeDocument/2006/relationships/tags" Target="../tags/tag593.xml"/><Relationship Id="rId76" Type="http://schemas.openxmlformats.org/officeDocument/2006/relationships/image" Target="../media/image169.svg"/><Relationship Id="rId75" Type="http://schemas.openxmlformats.org/officeDocument/2006/relationships/image" Target="../media/image168.png"/><Relationship Id="rId74" Type="http://schemas.openxmlformats.org/officeDocument/2006/relationships/tags" Target="../tags/tag592.xml"/><Relationship Id="rId73" Type="http://schemas.openxmlformats.org/officeDocument/2006/relationships/tags" Target="../tags/tag591.xml"/><Relationship Id="rId72" Type="http://schemas.openxmlformats.org/officeDocument/2006/relationships/tags" Target="../tags/tag590.xml"/><Relationship Id="rId71" Type="http://schemas.openxmlformats.org/officeDocument/2006/relationships/tags" Target="../tags/tag589.xml"/><Relationship Id="rId70" Type="http://schemas.openxmlformats.org/officeDocument/2006/relationships/tags" Target="../tags/tag588.xml"/><Relationship Id="rId7" Type="http://schemas.openxmlformats.org/officeDocument/2006/relationships/tags" Target="../tags/tag541.xml"/><Relationship Id="rId69" Type="http://schemas.openxmlformats.org/officeDocument/2006/relationships/image" Target="../media/image167.svg"/><Relationship Id="rId68" Type="http://schemas.openxmlformats.org/officeDocument/2006/relationships/image" Target="../media/image166.png"/><Relationship Id="rId67" Type="http://schemas.openxmlformats.org/officeDocument/2006/relationships/tags" Target="../tags/tag587.xml"/><Relationship Id="rId66" Type="http://schemas.openxmlformats.org/officeDocument/2006/relationships/tags" Target="../tags/tag586.xml"/><Relationship Id="rId65" Type="http://schemas.openxmlformats.org/officeDocument/2006/relationships/tags" Target="../tags/tag585.xml"/><Relationship Id="rId64" Type="http://schemas.openxmlformats.org/officeDocument/2006/relationships/tags" Target="../tags/tag584.xml"/><Relationship Id="rId63" Type="http://schemas.openxmlformats.org/officeDocument/2006/relationships/image" Target="../media/image165.svg"/><Relationship Id="rId62" Type="http://schemas.openxmlformats.org/officeDocument/2006/relationships/image" Target="../media/image164.png"/><Relationship Id="rId61" Type="http://schemas.openxmlformats.org/officeDocument/2006/relationships/tags" Target="../tags/tag583.xml"/><Relationship Id="rId60" Type="http://schemas.openxmlformats.org/officeDocument/2006/relationships/tags" Target="../tags/tag582.xml"/><Relationship Id="rId6" Type="http://schemas.openxmlformats.org/officeDocument/2006/relationships/image" Target="../media/image137.svg"/><Relationship Id="rId59" Type="http://schemas.openxmlformats.org/officeDocument/2006/relationships/tags" Target="../tags/tag581.xml"/><Relationship Id="rId58" Type="http://schemas.openxmlformats.org/officeDocument/2006/relationships/tags" Target="../tags/tag580.xml"/><Relationship Id="rId57" Type="http://schemas.openxmlformats.org/officeDocument/2006/relationships/image" Target="../media/image163.svg"/><Relationship Id="rId56" Type="http://schemas.openxmlformats.org/officeDocument/2006/relationships/image" Target="../media/image162.png"/><Relationship Id="rId55" Type="http://schemas.openxmlformats.org/officeDocument/2006/relationships/tags" Target="../tags/tag579.xml"/><Relationship Id="rId54" Type="http://schemas.openxmlformats.org/officeDocument/2006/relationships/tags" Target="../tags/tag578.xml"/><Relationship Id="rId53" Type="http://schemas.openxmlformats.org/officeDocument/2006/relationships/tags" Target="../tags/tag577.xml"/><Relationship Id="rId52" Type="http://schemas.openxmlformats.org/officeDocument/2006/relationships/tags" Target="../tags/tag576.xml"/><Relationship Id="rId51" Type="http://schemas.openxmlformats.org/officeDocument/2006/relationships/image" Target="../media/image161.svg"/><Relationship Id="rId50" Type="http://schemas.openxmlformats.org/officeDocument/2006/relationships/image" Target="../media/image160.png"/><Relationship Id="rId5" Type="http://schemas.openxmlformats.org/officeDocument/2006/relationships/image" Target="../media/image136.png"/><Relationship Id="rId49" Type="http://schemas.openxmlformats.org/officeDocument/2006/relationships/tags" Target="../tags/tag575.xml"/><Relationship Id="rId48" Type="http://schemas.openxmlformats.org/officeDocument/2006/relationships/tags" Target="../tags/tag574.xml"/><Relationship Id="rId47" Type="http://schemas.openxmlformats.org/officeDocument/2006/relationships/tags" Target="../tags/tag573.xml"/><Relationship Id="rId46" Type="http://schemas.openxmlformats.org/officeDocument/2006/relationships/tags" Target="../tags/tag572.xml"/><Relationship Id="rId45" Type="http://schemas.openxmlformats.org/officeDocument/2006/relationships/image" Target="../media/image159.svg"/><Relationship Id="rId44" Type="http://schemas.openxmlformats.org/officeDocument/2006/relationships/image" Target="../media/image158.png"/><Relationship Id="rId43" Type="http://schemas.openxmlformats.org/officeDocument/2006/relationships/tags" Target="../tags/tag571.xml"/><Relationship Id="rId42" Type="http://schemas.openxmlformats.org/officeDocument/2006/relationships/tags" Target="../tags/tag570.xml"/><Relationship Id="rId41" Type="http://schemas.openxmlformats.org/officeDocument/2006/relationships/tags" Target="../tags/tag569.xml"/><Relationship Id="rId40" Type="http://schemas.openxmlformats.org/officeDocument/2006/relationships/tags" Target="../tags/tag568.xml"/><Relationship Id="rId4" Type="http://schemas.openxmlformats.org/officeDocument/2006/relationships/tags" Target="../tags/tag540.xml"/><Relationship Id="rId39" Type="http://schemas.openxmlformats.org/officeDocument/2006/relationships/tags" Target="../tags/tag567.xml"/><Relationship Id="rId38" Type="http://schemas.openxmlformats.org/officeDocument/2006/relationships/tags" Target="../tags/tag566.xml"/><Relationship Id="rId37" Type="http://schemas.openxmlformats.org/officeDocument/2006/relationships/tags" Target="../tags/tag565.xml"/><Relationship Id="rId36" Type="http://schemas.openxmlformats.org/officeDocument/2006/relationships/tags" Target="../tags/tag564.xml"/><Relationship Id="rId35" Type="http://schemas.openxmlformats.org/officeDocument/2006/relationships/tags" Target="../tags/tag563.xml"/><Relationship Id="rId34" Type="http://schemas.openxmlformats.org/officeDocument/2006/relationships/tags" Target="../tags/tag562.xml"/><Relationship Id="rId33" Type="http://schemas.openxmlformats.org/officeDocument/2006/relationships/tags" Target="../tags/tag561.xml"/><Relationship Id="rId32" Type="http://schemas.openxmlformats.org/officeDocument/2006/relationships/tags" Target="../tags/tag560.xml"/><Relationship Id="rId31" Type="http://schemas.openxmlformats.org/officeDocument/2006/relationships/tags" Target="../tags/tag559.xml"/><Relationship Id="rId30" Type="http://schemas.openxmlformats.org/officeDocument/2006/relationships/image" Target="../media/image157.svg"/><Relationship Id="rId3" Type="http://schemas.openxmlformats.org/officeDocument/2006/relationships/tags" Target="../tags/tag539.xml"/><Relationship Id="rId29" Type="http://schemas.openxmlformats.org/officeDocument/2006/relationships/image" Target="../media/image156.png"/><Relationship Id="rId28" Type="http://schemas.openxmlformats.org/officeDocument/2006/relationships/tags" Target="../tags/tag558.xml"/><Relationship Id="rId27" Type="http://schemas.openxmlformats.org/officeDocument/2006/relationships/tags" Target="../tags/tag557.xml"/><Relationship Id="rId26" Type="http://schemas.openxmlformats.org/officeDocument/2006/relationships/tags" Target="../tags/tag556.xml"/><Relationship Id="rId25" Type="http://schemas.openxmlformats.org/officeDocument/2006/relationships/tags" Target="../tags/tag555.xml"/><Relationship Id="rId24" Type="http://schemas.openxmlformats.org/officeDocument/2006/relationships/tags" Target="../tags/tag554.xml"/><Relationship Id="rId23" Type="http://schemas.openxmlformats.org/officeDocument/2006/relationships/tags" Target="../tags/tag553.xml"/><Relationship Id="rId22" Type="http://schemas.openxmlformats.org/officeDocument/2006/relationships/image" Target="../media/image141.svg"/><Relationship Id="rId21" Type="http://schemas.openxmlformats.org/officeDocument/2006/relationships/image" Target="../media/image140.png"/><Relationship Id="rId20" Type="http://schemas.openxmlformats.org/officeDocument/2006/relationships/tags" Target="../tags/tag552.xml"/><Relationship Id="rId2" Type="http://schemas.openxmlformats.org/officeDocument/2006/relationships/tags" Target="../tags/tag538.xml"/><Relationship Id="rId19" Type="http://schemas.openxmlformats.org/officeDocument/2006/relationships/tags" Target="../tags/tag551.xml"/><Relationship Id="rId18" Type="http://schemas.openxmlformats.org/officeDocument/2006/relationships/tags" Target="../tags/tag550.xml"/><Relationship Id="rId17" Type="http://schemas.openxmlformats.org/officeDocument/2006/relationships/tags" Target="../tags/tag549.xml"/><Relationship Id="rId16" Type="http://schemas.openxmlformats.org/officeDocument/2006/relationships/tags" Target="../tags/tag548.xml"/><Relationship Id="rId15" Type="http://schemas.openxmlformats.org/officeDocument/2006/relationships/tags" Target="../tags/tag547.xml"/><Relationship Id="rId14" Type="http://schemas.openxmlformats.org/officeDocument/2006/relationships/image" Target="../media/image155.svg"/><Relationship Id="rId13" Type="http://schemas.openxmlformats.org/officeDocument/2006/relationships/image" Target="../media/image154.png"/><Relationship Id="rId12" Type="http://schemas.openxmlformats.org/officeDocument/2006/relationships/tags" Target="../tags/tag546.xml"/><Relationship Id="rId11" Type="http://schemas.openxmlformats.org/officeDocument/2006/relationships/tags" Target="../tags/tag545.xml"/><Relationship Id="rId10" Type="http://schemas.openxmlformats.org/officeDocument/2006/relationships/tags" Target="../tags/tag544.xml"/><Relationship Id="rId1" Type="http://schemas.openxmlformats.org/officeDocument/2006/relationships/tags" Target="../tags/tag53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06.xml"/><Relationship Id="rId89" Type="http://schemas.openxmlformats.org/officeDocument/2006/relationships/slideLayout" Target="../slideLayouts/slideLayout16.xml"/><Relationship Id="rId88" Type="http://schemas.openxmlformats.org/officeDocument/2006/relationships/tags" Target="../tags/tag655.xml"/><Relationship Id="rId87" Type="http://schemas.openxmlformats.org/officeDocument/2006/relationships/image" Target="../media/image195.svg"/><Relationship Id="rId86" Type="http://schemas.openxmlformats.org/officeDocument/2006/relationships/image" Target="../media/image194.png"/><Relationship Id="rId85" Type="http://schemas.openxmlformats.org/officeDocument/2006/relationships/tags" Target="../tags/tag654.xml"/><Relationship Id="rId84" Type="http://schemas.openxmlformats.org/officeDocument/2006/relationships/tags" Target="../tags/tag653.xml"/><Relationship Id="rId83" Type="http://schemas.openxmlformats.org/officeDocument/2006/relationships/tags" Target="../tags/tag652.xml"/><Relationship Id="rId82" Type="http://schemas.openxmlformats.org/officeDocument/2006/relationships/image" Target="../media/image193.svg"/><Relationship Id="rId81" Type="http://schemas.openxmlformats.org/officeDocument/2006/relationships/image" Target="../media/image192.png"/><Relationship Id="rId80" Type="http://schemas.openxmlformats.org/officeDocument/2006/relationships/tags" Target="../tags/tag651.xml"/><Relationship Id="rId8" Type="http://schemas.openxmlformats.org/officeDocument/2006/relationships/tags" Target="../tags/tag605.xml"/><Relationship Id="rId79" Type="http://schemas.openxmlformats.org/officeDocument/2006/relationships/tags" Target="../tags/tag650.xml"/><Relationship Id="rId78" Type="http://schemas.openxmlformats.org/officeDocument/2006/relationships/tags" Target="../tags/tag649.xml"/><Relationship Id="rId77" Type="http://schemas.openxmlformats.org/officeDocument/2006/relationships/image" Target="../media/image191.svg"/><Relationship Id="rId76" Type="http://schemas.openxmlformats.org/officeDocument/2006/relationships/image" Target="../media/image190.png"/><Relationship Id="rId75" Type="http://schemas.openxmlformats.org/officeDocument/2006/relationships/tags" Target="../tags/tag648.xml"/><Relationship Id="rId74" Type="http://schemas.openxmlformats.org/officeDocument/2006/relationships/tags" Target="../tags/tag647.xml"/><Relationship Id="rId73" Type="http://schemas.openxmlformats.org/officeDocument/2006/relationships/tags" Target="../tags/tag646.xml"/><Relationship Id="rId72" Type="http://schemas.openxmlformats.org/officeDocument/2006/relationships/tags" Target="../tags/tag645.xml"/><Relationship Id="rId71" Type="http://schemas.openxmlformats.org/officeDocument/2006/relationships/image" Target="../media/image189.svg"/><Relationship Id="rId70" Type="http://schemas.openxmlformats.org/officeDocument/2006/relationships/image" Target="../media/image188.png"/><Relationship Id="rId7" Type="http://schemas.openxmlformats.org/officeDocument/2006/relationships/tags" Target="../tags/tag604.xml"/><Relationship Id="rId69" Type="http://schemas.openxmlformats.org/officeDocument/2006/relationships/tags" Target="../tags/tag644.xml"/><Relationship Id="rId68" Type="http://schemas.openxmlformats.org/officeDocument/2006/relationships/tags" Target="../tags/tag643.xml"/><Relationship Id="rId67" Type="http://schemas.openxmlformats.org/officeDocument/2006/relationships/tags" Target="../tags/tag642.xml"/><Relationship Id="rId66" Type="http://schemas.openxmlformats.org/officeDocument/2006/relationships/image" Target="../media/image187.svg"/><Relationship Id="rId65" Type="http://schemas.openxmlformats.org/officeDocument/2006/relationships/image" Target="../media/image186.png"/><Relationship Id="rId64" Type="http://schemas.openxmlformats.org/officeDocument/2006/relationships/tags" Target="../tags/tag641.xml"/><Relationship Id="rId63" Type="http://schemas.openxmlformats.org/officeDocument/2006/relationships/tags" Target="../tags/tag640.xml"/><Relationship Id="rId62" Type="http://schemas.openxmlformats.org/officeDocument/2006/relationships/tags" Target="../tags/tag639.xml"/><Relationship Id="rId61" Type="http://schemas.openxmlformats.org/officeDocument/2006/relationships/image" Target="../media/image155.svg"/><Relationship Id="rId60" Type="http://schemas.openxmlformats.org/officeDocument/2006/relationships/image" Target="../media/image154.png"/><Relationship Id="rId6" Type="http://schemas.openxmlformats.org/officeDocument/2006/relationships/image" Target="../media/image45.svg"/><Relationship Id="rId59" Type="http://schemas.openxmlformats.org/officeDocument/2006/relationships/tags" Target="../tags/tag638.xml"/><Relationship Id="rId58" Type="http://schemas.openxmlformats.org/officeDocument/2006/relationships/tags" Target="../tags/tag637.xml"/><Relationship Id="rId57" Type="http://schemas.openxmlformats.org/officeDocument/2006/relationships/tags" Target="../tags/tag636.xml"/><Relationship Id="rId56" Type="http://schemas.openxmlformats.org/officeDocument/2006/relationships/tags" Target="../tags/tag635.xml"/><Relationship Id="rId55" Type="http://schemas.openxmlformats.org/officeDocument/2006/relationships/image" Target="../media/image185.svg"/><Relationship Id="rId54" Type="http://schemas.openxmlformats.org/officeDocument/2006/relationships/image" Target="../media/image184.png"/><Relationship Id="rId53" Type="http://schemas.openxmlformats.org/officeDocument/2006/relationships/tags" Target="../tags/tag634.xml"/><Relationship Id="rId52" Type="http://schemas.openxmlformats.org/officeDocument/2006/relationships/tags" Target="../tags/tag633.xml"/><Relationship Id="rId51" Type="http://schemas.openxmlformats.org/officeDocument/2006/relationships/tags" Target="../tags/tag632.xml"/><Relationship Id="rId50" Type="http://schemas.openxmlformats.org/officeDocument/2006/relationships/image" Target="../media/image183.svg"/><Relationship Id="rId5" Type="http://schemas.openxmlformats.org/officeDocument/2006/relationships/image" Target="../media/image44.png"/><Relationship Id="rId49" Type="http://schemas.openxmlformats.org/officeDocument/2006/relationships/image" Target="../media/image182.png"/><Relationship Id="rId48" Type="http://schemas.openxmlformats.org/officeDocument/2006/relationships/tags" Target="../tags/tag631.xml"/><Relationship Id="rId47" Type="http://schemas.openxmlformats.org/officeDocument/2006/relationships/tags" Target="../tags/tag630.xml"/><Relationship Id="rId46" Type="http://schemas.openxmlformats.org/officeDocument/2006/relationships/tags" Target="../tags/tag629.xml"/><Relationship Id="rId45" Type="http://schemas.openxmlformats.org/officeDocument/2006/relationships/image" Target="../media/image181.svg"/><Relationship Id="rId44" Type="http://schemas.openxmlformats.org/officeDocument/2006/relationships/image" Target="../media/image180.png"/><Relationship Id="rId43" Type="http://schemas.openxmlformats.org/officeDocument/2006/relationships/tags" Target="../tags/tag628.xml"/><Relationship Id="rId42" Type="http://schemas.openxmlformats.org/officeDocument/2006/relationships/tags" Target="../tags/tag627.xml"/><Relationship Id="rId41" Type="http://schemas.openxmlformats.org/officeDocument/2006/relationships/tags" Target="../tags/tag626.xml"/><Relationship Id="rId40" Type="http://schemas.openxmlformats.org/officeDocument/2006/relationships/tags" Target="../tags/tag625.xml"/><Relationship Id="rId4" Type="http://schemas.openxmlformats.org/officeDocument/2006/relationships/tags" Target="../tags/tag603.xml"/><Relationship Id="rId39" Type="http://schemas.openxmlformats.org/officeDocument/2006/relationships/image" Target="../media/image163.svg"/><Relationship Id="rId38" Type="http://schemas.openxmlformats.org/officeDocument/2006/relationships/image" Target="../media/image162.png"/><Relationship Id="rId37" Type="http://schemas.openxmlformats.org/officeDocument/2006/relationships/tags" Target="../tags/tag624.xml"/><Relationship Id="rId36" Type="http://schemas.openxmlformats.org/officeDocument/2006/relationships/tags" Target="../tags/tag623.xml"/><Relationship Id="rId35" Type="http://schemas.openxmlformats.org/officeDocument/2006/relationships/tags" Target="../tags/tag622.xml"/><Relationship Id="rId34" Type="http://schemas.openxmlformats.org/officeDocument/2006/relationships/image" Target="../media/image179.svg"/><Relationship Id="rId33" Type="http://schemas.openxmlformats.org/officeDocument/2006/relationships/image" Target="../media/image178.png"/><Relationship Id="rId32" Type="http://schemas.openxmlformats.org/officeDocument/2006/relationships/tags" Target="../tags/tag621.xml"/><Relationship Id="rId31" Type="http://schemas.openxmlformats.org/officeDocument/2006/relationships/tags" Target="../tags/tag620.xml"/><Relationship Id="rId30" Type="http://schemas.openxmlformats.org/officeDocument/2006/relationships/tags" Target="../tags/tag619.xml"/><Relationship Id="rId3" Type="http://schemas.openxmlformats.org/officeDocument/2006/relationships/tags" Target="../tags/tag602.xml"/><Relationship Id="rId29" Type="http://schemas.openxmlformats.org/officeDocument/2006/relationships/image" Target="../media/image143.svg"/><Relationship Id="rId28" Type="http://schemas.openxmlformats.org/officeDocument/2006/relationships/image" Target="../media/image142.png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image" Target="../media/image177.svg"/><Relationship Id="rId22" Type="http://schemas.openxmlformats.org/officeDocument/2006/relationships/image" Target="../media/image176.png"/><Relationship Id="rId21" Type="http://schemas.openxmlformats.org/officeDocument/2006/relationships/tags" Target="../tags/tag614.xml"/><Relationship Id="rId20" Type="http://schemas.openxmlformats.org/officeDocument/2006/relationships/tags" Target="../tags/tag613.xml"/><Relationship Id="rId2" Type="http://schemas.openxmlformats.org/officeDocument/2006/relationships/tags" Target="../tags/tag601.xml"/><Relationship Id="rId19" Type="http://schemas.openxmlformats.org/officeDocument/2006/relationships/tags" Target="../tags/tag612.xml"/><Relationship Id="rId18" Type="http://schemas.openxmlformats.org/officeDocument/2006/relationships/image" Target="../media/image175.svg"/><Relationship Id="rId17" Type="http://schemas.openxmlformats.org/officeDocument/2006/relationships/image" Target="../media/image174.png"/><Relationship Id="rId16" Type="http://schemas.openxmlformats.org/officeDocument/2006/relationships/tags" Target="../tags/tag611.xml"/><Relationship Id="rId15" Type="http://schemas.openxmlformats.org/officeDocument/2006/relationships/tags" Target="../tags/tag610.xml"/><Relationship Id="rId14" Type="http://schemas.openxmlformats.org/officeDocument/2006/relationships/tags" Target="../tags/tag609.xml"/><Relationship Id="rId13" Type="http://schemas.openxmlformats.org/officeDocument/2006/relationships/image" Target="../media/image173.svg"/><Relationship Id="rId12" Type="http://schemas.openxmlformats.org/officeDocument/2006/relationships/image" Target="../media/image172.png"/><Relationship Id="rId11" Type="http://schemas.openxmlformats.org/officeDocument/2006/relationships/tags" Target="../tags/tag608.xml"/><Relationship Id="rId10" Type="http://schemas.openxmlformats.org/officeDocument/2006/relationships/tags" Target="../tags/tag607.xml"/><Relationship Id="rId1" Type="http://schemas.openxmlformats.org/officeDocument/2006/relationships/tags" Target="../tags/tag60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62.xml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image" Target="../media/image197.svg"/><Relationship Id="rId50" Type="http://schemas.openxmlformats.org/officeDocument/2006/relationships/slideLayout" Target="../slideLayouts/slideLayout16.xml"/><Relationship Id="rId5" Type="http://schemas.openxmlformats.org/officeDocument/2006/relationships/image" Target="../media/image196.png"/><Relationship Id="rId49" Type="http://schemas.openxmlformats.org/officeDocument/2006/relationships/tags" Target="../tags/tag696.xml"/><Relationship Id="rId48" Type="http://schemas.openxmlformats.org/officeDocument/2006/relationships/tags" Target="../tags/tag695.xml"/><Relationship Id="rId47" Type="http://schemas.openxmlformats.org/officeDocument/2006/relationships/tags" Target="../tags/tag694.xml"/><Relationship Id="rId46" Type="http://schemas.openxmlformats.org/officeDocument/2006/relationships/tags" Target="../tags/tag693.xml"/><Relationship Id="rId45" Type="http://schemas.openxmlformats.org/officeDocument/2006/relationships/tags" Target="../tags/tag692.xml"/><Relationship Id="rId44" Type="http://schemas.openxmlformats.org/officeDocument/2006/relationships/tags" Target="../tags/tag691.xml"/><Relationship Id="rId43" Type="http://schemas.openxmlformats.org/officeDocument/2006/relationships/tags" Target="../tags/tag690.xml"/><Relationship Id="rId42" Type="http://schemas.openxmlformats.org/officeDocument/2006/relationships/tags" Target="../tags/tag689.xml"/><Relationship Id="rId41" Type="http://schemas.openxmlformats.org/officeDocument/2006/relationships/tags" Target="../tags/tag688.xml"/><Relationship Id="rId40" Type="http://schemas.openxmlformats.org/officeDocument/2006/relationships/tags" Target="../tags/tag687.xml"/><Relationship Id="rId4" Type="http://schemas.openxmlformats.org/officeDocument/2006/relationships/tags" Target="../tags/tag659.xml"/><Relationship Id="rId39" Type="http://schemas.openxmlformats.org/officeDocument/2006/relationships/tags" Target="../tags/tag686.xml"/><Relationship Id="rId38" Type="http://schemas.openxmlformats.org/officeDocument/2006/relationships/tags" Target="../tags/tag685.xml"/><Relationship Id="rId37" Type="http://schemas.openxmlformats.org/officeDocument/2006/relationships/tags" Target="../tags/tag684.xml"/><Relationship Id="rId36" Type="http://schemas.openxmlformats.org/officeDocument/2006/relationships/image" Target="../media/image145.svg"/><Relationship Id="rId35" Type="http://schemas.openxmlformats.org/officeDocument/2006/relationships/image" Target="../media/image144.png"/><Relationship Id="rId34" Type="http://schemas.openxmlformats.org/officeDocument/2006/relationships/tags" Target="../tags/tag683.xml"/><Relationship Id="rId33" Type="http://schemas.openxmlformats.org/officeDocument/2006/relationships/tags" Target="../tags/tag682.xml"/><Relationship Id="rId32" Type="http://schemas.openxmlformats.org/officeDocument/2006/relationships/tags" Target="../tags/tag681.xml"/><Relationship Id="rId31" Type="http://schemas.openxmlformats.org/officeDocument/2006/relationships/tags" Target="../tags/tag680.xml"/><Relationship Id="rId30" Type="http://schemas.openxmlformats.org/officeDocument/2006/relationships/tags" Target="../tags/tag679.xml"/><Relationship Id="rId3" Type="http://schemas.openxmlformats.org/officeDocument/2006/relationships/tags" Target="../tags/tag658.xml"/><Relationship Id="rId29" Type="http://schemas.openxmlformats.org/officeDocument/2006/relationships/tags" Target="../tags/tag678.xml"/><Relationship Id="rId28" Type="http://schemas.openxmlformats.org/officeDocument/2006/relationships/tags" Target="../tags/tag677.xml"/><Relationship Id="rId27" Type="http://schemas.openxmlformats.org/officeDocument/2006/relationships/tags" Target="../tags/tag676.xml"/><Relationship Id="rId26" Type="http://schemas.openxmlformats.org/officeDocument/2006/relationships/image" Target="../media/image199.svg"/><Relationship Id="rId25" Type="http://schemas.openxmlformats.org/officeDocument/2006/relationships/image" Target="../media/image198.png"/><Relationship Id="rId24" Type="http://schemas.openxmlformats.org/officeDocument/2006/relationships/tags" Target="../tags/tag675.xml"/><Relationship Id="rId23" Type="http://schemas.openxmlformats.org/officeDocument/2006/relationships/tags" Target="../tags/tag674.xml"/><Relationship Id="rId22" Type="http://schemas.openxmlformats.org/officeDocument/2006/relationships/tags" Target="../tags/tag673.xml"/><Relationship Id="rId21" Type="http://schemas.openxmlformats.org/officeDocument/2006/relationships/tags" Target="../tags/tag672.xml"/><Relationship Id="rId20" Type="http://schemas.openxmlformats.org/officeDocument/2006/relationships/tags" Target="../tags/tag671.xml"/><Relationship Id="rId2" Type="http://schemas.openxmlformats.org/officeDocument/2006/relationships/tags" Target="../tags/tag657.xml"/><Relationship Id="rId19" Type="http://schemas.openxmlformats.org/officeDocument/2006/relationships/tags" Target="../tags/tag670.xml"/><Relationship Id="rId18" Type="http://schemas.openxmlformats.org/officeDocument/2006/relationships/tags" Target="../tags/tag669.xml"/><Relationship Id="rId17" Type="http://schemas.openxmlformats.org/officeDocument/2006/relationships/tags" Target="../tags/tag668.xml"/><Relationship Id="rId16" Type="http://schemas.openxmlformats.org/officeDocument/2006/relationships/image" Target="../media/image155.svg"/><Relationship Id="rId15" Type="http://schemas.openxmlformats.org/officeDocument/2006/relationships/image" Target="../media/image154.png"/><Relationship Id="rId14" Type="http://schemas.openxmlformats.org/officeDocument/2006/relationships/tags" Target="../tags/tag667.xml"/><Relationship Id="rId13" Type="http://schemas.openxmlformats.org/officeDocument/2006/relationships/tags" Target="../tags/tag666.xml"/><Relationship Id="rId12" Type="http://schemas.openxmlformats.org/officeDocument/2006/relationships/tags" Target="../tags/tag665.xml"/><Relationship Id="rId11" Type="http://schemas.openxmlformats.org/officeDocument/2006/relationships/tags" Target="../tags/tag664.xml"/><Relationship Id="rId10" Type="http://schemas.openxmlformats.org/officeDocument/2006/relationships/tags" Target="../tags/tag663.xml"/><Relationship Id="rId1" Type="http://schemas.openxmlformats.org/officeDocument/2006/relationships/tags" Target="../tags/tag65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03.xml"/><Relationship Id="rId8" Type="http://schemas.openxmlformats.org/officeDocument/2006/relationships/tags" Target="../tags/tag702.xml"/><Relationship Id="rId7" Type="http://schemas.openxmlformats.org/officeDocument/2006/relationships/tags" Target="../tags/tag701.xml"/><Relationship Id="rId6" Type="http://schemas.openxmlformats.org/officeDocument/2006/relationships/image" Target="../media/image201.svg"/><Relationship Id="rId55" Type="http://schemas.openxmlformats.org/officeDocument/2006/relationships/slideLayout" Target="../slideLayouts/slideLayout16.xml"/><Relationship Id="rId54" Type="http://schemas.openxmlformats.org/officeDocument/2006/relationships/tags" Target="../tags/tag740.xml"/><Relationship Id="rId53" Type="http://schemas.openxmlformats.org/officeDocument/2006/relationships/tags" Target="../tags/tag739.xml"/><Relationship Id="rId52" Type="http://schemas.openxmlformats.org/officeDocument/2006/relationships/tags" Target="../tags/tag738.xml"/><Relationship Id="rId51" Type="http://schemas.openxmlformats.org/officeDocument/2006/relationships/tags" Target="../tags/tag737.xml"/><Relationship Id="rId50" Type="http://schemas.openxmlformats.org/officeDocument/2006/relationships/tags" Target="../tags/tag736.xml"/><Relationship Id="rId5" Type="http://schemas.openxmlformats.org/officeDocument/2006/relationships/image" Target="../media/image200.png"/><Relationship Id="rId49" Type="http://schemas.openxmlformats.org/officeDocument/2006/relationships/tags" Target="../tags/tag735.xml"/><Relationship Id="rId48" Type="http://schemas.openxmlformats.org/officeDocument/2006/relationships/tags" Target="../tags/tag734.xml"/><Relationship Id="rId47" Type="http://schemas.openxmlformats.org/officeDocument/2006/relationships/tags" Target="../tags/tag733.xml"/><Relationship Id="rId46" Type="http://schemas.openxmlformats.org/officeDocument/2006/relationships/image" Target="../media/image209.svg"/><Relationship Id="rId45" Type="http://schemas.openxmlformats.org/officeDocument/2006/relationships/image" Target="../media/image208.png"/><Relationship Id="rId44" Type="http://schemas.openxmlformats.org/officeDocument/2006/relationships/tags" Target="../tags/tag732.xml"/><Relationship Id="rId43" Type="http://schemas.openxmlformats.org/officeDocument/2006/relationships/tags" Target="../tags/tag731.xml"/><Relationship Id="rId42" Type="http://schemas.openxmlformats.org/officeDocument/2006/relationships/tags" Target="../tags/tag730.xml"/><Relationship Id="rId41" Type="http://schemas.openxmlformats.org/officeDocument/2006/relationships/tags" Target="../tags/tag729.xml"/><Relationship Id="rId40" Type="http://schemas.openxmlformats.org/officeDocument/2006/relationships/tags" Target="../tags/tag728.xml"/><Relationship Id="rId4" Type="http://schemas.openxmlformats.org/officeDocument/2006/relationships/tags" Target="../tags/tag700.xml"/><Relationship Id="rId39" Type="http://schemas.openxmlformats.org/officeDocument/2006/relationships/tags" Target="../tags/tag727.xml"/><Relationship Id="rId38" Type="http://schemas.openxmlformats.org/officeDocument/2006/relationships/tags" Target="../tags/tag726.xml"/><Relationship Id="rId37" Type="http://schemas.openxmlformats.org/officeDocument/2006/relationships/tags" Target="../tags/tag725.xml"/><Relationship Id="rId36" Type="http://schemas.openxmlformats.org/officeDocument/2006/relationships/image" Target="../media/image207.svg"/><Relationship Id="rId35" Type="http://schemas.openxmlformats.org/officeDocument/2006/relationships/image" Target="../media/image206.png"/><Relationship Id="rId34" Type="http://schemas.openxmlformats.org/officeDocument/2006/relationships/tags" Target="../tags/tag724.xml"/><Relationship Id="rId33" Type="http://schemas.openxmlformats.org/officeDocument/2006/relationships/tags" Target="../tags/tag723.xml"/><Relationship Id="rId32" Type="http://schemas.openxmlformats.org/officeDocument/2006/relationships/tags" Target="../tags/tag722.xml"/><Relationship Id="rId31" Type="http://schemas.openxmlformats.org/officeDocument/2006/relationships/tags" Target="../tags/tag721.xml"/><Relationship Id="rId30" Type="http://schemas.openxmlformats.org/officeDocument/2006/relationships/tags" Target="../tags/tag720.xml"/><Relationship Id="rId3" Type="http://schemas.openxmlformats.org/officeDocument/2006/relationships/tags" Target="../tags/tag699.xml"/><Relationship Id="rId29" Type="http://schemas.openxmlformats.org/officeDocument/2006/relationships/tags" Target="../tags/tag719.xml"/><Relationship Id="rId28" Type="http://schemas.openxmlformats.org/officeDocument/2006/relationships/tags" Target="../tags/tag718.xml"/><Relationship Id="rId27" Type="http://schemas.openxmlformats.org/officeDocument/2006/relationships/tags" Target="../tags/tag717.xml"/><Relationship Id="rId26" Type="http://schemas.openxmlformats.org/officeDocument/2006/relationships/image" Target="../media/image205.svg"/><Relationship Id="rId25" Type="http://schemas.openxmlformats.org/officeDocument/2006/relationships/image" Target="../media/image204.png"/><Relationship Id="rId24" Type="http://schemas.openxmlformats.org/officeDocument/2006/relationships/tags" Target="../tags/tag716.xml"/><Relationship Id="rId23" Type="http://schemas.openxmlformats.org/officeDocument/2006/relationships/tags" Target="../tags/tag715.xml"/><Relationship Id="rId22" Type="http://schemas.openxmlformats.org/officeDocument/2006/relationships/tags" Target="../tags/tag714.xml"/><Relationship Id="rId21" Type="http://schemas.openxmlformats.org/officeDocument/2006/relationships/tags" Target="../tags/tag713.xml"/><Relationship Id="rId20" Type="http://schemas.openxmlformats.org/officeDocument/2006/relationships/tags" Target="../tags/tag712.xml"/><Relationship Id="rId2" Type="http://schemas.openxmlformats.org/officeDocument/2006/relationships/tags" Target="../tags/tag698.xml"/><Relationship Id="rId19" Type="http://schemas.openxmlformats.org/officeDocument/2006/relationships/tags" Target="../tags/tag711.xml"/><Relationship Id="rId18" Type="http://schemas.openxmlformats.org/officeDocument/2006/relationships/tags" Target="../tags/tag710.xml"/><Relationship Id="rId17" Type="http://schemas.openxmlformats.org/officeDocument/2006/relationships/tags" Target="../tags/tag709.xml"/><Relationship Id="rId16" Type="http://schemas.openxmlformats.org/officeDocument/2006/relationships/image" Target="../media/image203.svg"/><Relationship Id="rId15" Type="http://schemas.openxmlformats.org/officeDocument/2006/relationships/image" Target="../media/image202.png"/><Relationship Id="rId14" Type="http://schemas.openxmlformats.org/officeDocument/2006/relationships/tags" Target="../tags/tag708.xml"/><Relationship Id="rId13" Type="http://schemas.openxmlformats.org/officeDocument/2006/relationships/tags" Target="../tags/tag707.xml"/><Relationship Id="rId12" Type="http://schemas.openxmlformats.org/officeDocument/2006/relationships/tags" Target="../tags/tag706.xml"/><Relationship Id="rId11" Type="http://schemas.openxmlformats.org/officeDocument/2006/relationships/tags" Target="../tags/tag705.xml"/><Relationship Id="rId10" Type="http://schemas.openxmlformats.org/officeDocument/2006/relationships/tags" Target="../tags/tag704.xml"/><Relationship Id="rId1" Type="http://schemas.openxmlformats.org/officeDocument/2006/relationships/tags" Target="../tags/tag6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时间占位符 7"/>
          <p:cNvSpPr>
            <a:spLocks noGrp="1"/>
          </p:cNvSpPr>
          <p:nvPr>
            <p:ph type="body" sz="quarter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2026/06/</a:t>
            </a:r>
            <a:r>
              <a:rPr lang="en-US" altLang="zh-CN"/>
              <a:t>24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个人发展规划网站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汇报人：田嘉禾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项目分工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6363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03761" y="1708833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BED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950" b="1">
              <a:solidFill>
                <a:srgbClr val="00BE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304925" y="1663113"/>
            <a:ext cx="206736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alt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田嘉禾</a:t>
            </a:r>
            <a:endParaRPr lang="zh-CN" altLang="en-US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21736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3846" t="-16061" r="-3846" b="-16061"/>
          <a:stretch>
            <a:fillRect/>
          </a:stretch>
        </p:blipFill>
        <p:spPr>
          <a:xfrm>
            <a:off x="838200" y="2235200"/>
            <a:ext cx="133350" cy="1384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114425" y="2154603"/>
            <a:ext cx="12002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系统架构设计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25241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8333" t="-5897" r="-8333" b="-5897"/>
          <a:stretch>
            <a:fillRect/>
          </a:stretch>
        </p:blipFill>
        <p:spPr>
          <a:xfrm>
            <a:off x="838200" y="2585720"/>
            <a:ext cx="133350" cy="1384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114425" y="2505094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用户认证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28740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838200" y="2936240"/>
            <a:ext cx="133350" cy="1377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114425" y="2855585"/>
            <a:ext cx="6858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仪表盘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43351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4530090" y="18116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4662935" y="188407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BED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950" b="1">
              <a:solidFill>
                <a:srgbClr val="00BE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5064099" y="1838353"/>
            <a:ext cx="217467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alt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苏浩然</a:t>
            </a:r>
            <a:endParaRPr lang="zh-CN" altLang="en-US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4530090" y="23488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3846" t="-10556" r="-3846" b="-10556"/>
          <a:stretch>
            <a:fillRect/>
          </a:stretch>
        </p:blipFill>
        <p:spPr>
          <a:xfrm>
            <a:off x="4596765" y="2410460"/>
            <a:ext cx="133350" cy="1384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4873599" y="2329844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课程管理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4530090" y="2698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333" t="-5641" r="-2333" b="-5641"/>
          <a:stretch>
            <a:fillRect/>
          </a:stretch>
        </p:blipFill>
        <p:spPr>
          <a:xfrm>
            <a:off x="4613910" y="2760980"/>
            <a:ext cx="99695" cy="13779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4873599" y="2680335"/>
            <a:ext cx="88262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8094342" y="1109373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36"/>
            </p:custDataLst>
          </p:nvPr>
        </p:nvSpPr>
        <p:spPr>
          <a:xfrm>
            <a:off x="8289290" y="18116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8422110" y="188407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BED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950" b="1">
              <a:solidFill>
                <a:srgbClr val="00BE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8823274" y="1838353"/>
            <a:ext cx="208384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alt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：王鼎元</a:t>
            </a:r>
            <a:endParaRPr lang="en-US" alt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8289290" y="23488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3846" t="-10556" r="-3846" b="-10556"/>
          <a:stretch>
            <a:fillRect/>
          </a:stretch>
        </p:blipFill>
        <p:spPr>
          <a:xfrm>
            <a:off x="8355965" y="2410460"/>
            <a:ext cx="133350" cy="1384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8632774" y="2329844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经历管理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8289290" y="2698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12619" t="-1667" r="-12619" b="-1667"/>
          <a:stretch>
            <a:fillRect/>
          </a:stretch>
        </p:blipFill>
        <p:spPr>
          <a:xfrm>
            <a:off x="8339455" y="2760980"/>
            <a:ext cx="167005" cy="1377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8632774" y="2680335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角色管理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5759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50"/>
            </p:custDataLst>
          </p:nvPr>
        </p:nvSpPr>
        <p:spPr>
          <a:xfrm>
            <a:off x="771525" y="4612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51"/>
            </p:custDataLst>
          </p:nvPr>
        </p:nvSpPr>
        <p:spPr>
          <a:xfrm>
            <a:off x="903761" y="468442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BED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950" b="1">
              <a:solidFill>
                <a:srgbClr val="00BE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1304925" y="4638704"/>
            <a:ext cx="187492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alt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：杨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尹喆</a:t>
            </a:r>
            <a:endParaRPr lang="en-US" alt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771525" y="51492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38200" y="5210810"/>
            <a:ext cx="133350" cy="13843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7"/>
            </p:custDataLst>
          </p:nvPr>
        </p:nvSpPr>
        <p:spPr>
          <a:xfrm>
            <a:off x="1114425" y="5130193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成就管理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8"/>
            </p:custDataLst>
          </p:nvPr>
        </p:nvSpPr>
        <p:spPr>
          <a:xfrm>
            <a:off x="771525" y="54991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3846" t="-10278" r="-3846" b="-10278"/>
          <a:stretch>
            <a:fillRect/>
          </a:stretch>
        </p:blipFill>
        <p:spPr>
          <a:xfrm>
            <a:off x="838200" y="5561330"/>
            <a:ext cx="133350" cy="13779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62"/>
            </p:custDataLst>
          </p:nvPr>
        </p:nvSpPr>
        <p:spPr>
          <a:xfrm>
            <a:off x="1114425" y="5480685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系统设置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63"/>
            </p:custDataLst>
          </p:nvPr>
        </p:nvSpPr>
        <p:spPr>
          <a:xfrm>
            <a:off x="43351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64"/>
            </p:custDataLst>
          </p:nvPr>
        </p:nvSpPr>
        <p:spPr>
          <a:xfrm>
            <a:off x="4530090" y="4612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65"/>
            </p:custDataLst>
          </p:nvPr>
        </p:nvSpPr>
        <p:spPr>
          <a:xfrm>
            <a:off x="4662935" y="468442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BED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950" b="1">
              <a:solidFill>
                <a:srgbClr val="00BE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6"/>
            </p:custDataLst>
          </p:nvPr>
        </p:nvSpPr>
        <p:spPr>
          <a:xfrm>
            <a:off x="5064099" y="4638704"/>
            <a:ext cx="20111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alt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：夏祖祺</a:t>
            </a:r>
            <a:endParaRPr lang="en-US" alt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7"/>
            </p:custDataLst>
          </p:nvPr>
        </p:nvSpPr>
        <p:spPr>
          <a:xfrm>
            <a:off x="4530090" y="51492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8333" t="-5897" r="-8333" b="-5897"/>
          <a:stretch>
            <a:fillRect/>
          </a:stretch>
        </p:blipFill>
        <p:spPr>
          <a:xfrm>
            <a:off x="4596765" y="5210810"/>
            <a:ext cx="133350" cy="13843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71"/>
            </p:custDataLst>
          </p:nvPr>
        </p:nvSpPr>
        <p:spPr>
          <a:xfrm>
            <a:off x="4873599" y="5130193"/>
            <a:ext cx="102155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72"/>
            </p:custDataLst>
          </p:nvPr>
        </p:nvSpPr>
        <p:spPr>
          <a:xfrm>
            <a:off x="4530090" y="54991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2333" t="-5641" r="-2333" b="-5641"/>
          <a:stretch>
            <a:fillRect/>
          </a:stretch>
        </p:blipFill>
        <p:spPr>
          <a:xfrm>
            <a:off x="4613910" y="5561330"/>
            <a:ext cx="99695" cy="137795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6"/>
            </p:custDataLst>
          </p:nvPr>
        </p:nvSpPr>
        <p:spPr>
          <a:xfrm>
            <a:off x="4873599" y="5480685"/>
            <a:ext cx="12002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数据导入导出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77"/>
            </p:custDataLst>
          </p:nvPr>
        </p:nvSpPr>
        <p:spPr>
          <a:xfrm>
            <a:off x="80943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>
            <p:custDataLst>
              <p:tags r:id="rId78"/>
            </p:custDataLst>
          </p:nvPr>
        </p:nvSpPr>
        <p:spPr>
          <a:xfrm>
            <a:off x="8289290" y="44367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79"/>
            </p:custDataLst>
          </p:nvPr>
        </p:nvSpPr>
        <p:spPr>
          <a:xfrm>
            <a:off x="8422110" y="4509183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BED6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950" b="1">
              <a:solidFill>
                <a:srgbClr val="00BE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80"/>
            </p:custDataLst>
          </p:nvPr>
        </p:nvSpPr>
        <p:spPr>
          <a:xfrm>
            <a:off x="8823274" y="4463462"/>
            <a:ext cx="22291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alt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：杨越博</a:t>
            </a:r>
            <a:endParaRPr lang="en-US" alt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81"/>
            </p:custDataLst>
          </p:nvPr>
        </p:nvSpPr>
        <p:spPr>
          <a:xfrm>
            <a:off x="8289290" y="49739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 l="-11538" t="-5897" r="-11538" b="-5897"/>
          <a:stretch>
            <a:fillRect/>
          </a:stretch>
        </p:blipFill>
        <p:spPr>
          <a:xfrm>
            <a:off x="8346440" y="5035550"/>
            <a:ext cx="152400" cy="13843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85"/>
            </p:custDataLst>
          </p:nvPr>
        </p:nvSpPr>
        <p:spPr>
          <a:xfrm>
            <a:off x="8632774" y="4954953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系统维护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86"/>
            </p:custDataLst>
          </p:nvPr>
        </p:nvSpPr>
        <p:spPr>
          <a:xfrm>
            <a:off x="8289290" y="53244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 l="-3333" t="-1905" r="-3333" b="-1905"/>
          <a:stretch>
            <a:fillRect/>
          </a:stretch>
        </p:blipFill>
        <p:spPr>
          <a:xfrm>
            <a:off x="8346440" y="5386070"/>
            <a:ext cx="152400" cy="13843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90"/>
            </p:custDataLst>
          </p:nvPr>
        </p:nvSpPr>
        <p:spPr>
          <a:xfrm>
            <a:off x="8632774" y="5305444"/>
            <a:ext cx="83775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Bug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91"/>
            </p:custDataLst>
          </p:nvPr>
        </p:nvSpPr>
        <p:spPr>
          <a:xfrm>
            <a:off x="8289290" y="56743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92"/>
            </p:custDataLst>
          </p:nvPr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 l="-8333" t="-10278" r="-8333" b="-10278"/>
          <a:stretch>
            <a:fillRect/>
          </a:stretch>
        </p:blipFill>
        <p:spPr>
          <a:xfrm>
            <a:off x="8355965" y="5736590"/>
            <a:ext cx="133350" cy="13779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95"/>
            </p:custDataLst>
          </p:nvPr>
        </p:nvSpPr>
        <p:spPr>
          <a:xfrm>
            <a:off x="8632774" y="5655935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系统优化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系统总体架构设计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2830830"/>
            <a:ext cx="3166091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前端层</a:t>
            </a:r>
            <a:endParaRPr sz="24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3423920"/>
            <a:ext cx="526415" cy="276225"/>
          </a:xfrm>
          <a:custGeom>
            <a:avLst/>
            <a:gdLst>
              <a:gd name="sw" fmla="*/ 1 w 829"/>
              <a:gd name="sh" fmla="*/ 1 h 435"/>
              <a:gd name="mins" fmla="min sw sh"/>
              <a:gd name="dsw" fmla="+- 0 sw mins"/>
              <a:gd name="dsh" fmla="+- 0 sh mins"/>
              <a:gd name="p0x0" fmla="*/ 60 w 829"/>
              <a:gd name="p0y0" fmla="*/ 0 h 435"/>
              <a:gd name="p0x1" fmla="*/ 769 w 829"/>
              <a:gd name="p0y1" fmla="*/ 0 h 435"/>
              <a:gd name="p0x2" fmla="*/ 803 w 829"/>
              <a:gd name="p0y2" fmla="*/ 0 h 435"/>
              <a:gd name="p0x3" fmla="*/ 829 w 829"/>
              <a:gd name="p0y3" fmla="*/ 26 h 435"/>
              <a:gd name="p0x4" fmla="*/ 829 w 829"/>
              <a:gd name="p0y4" fmla="*/ 60 h 435"/>
              <a:gd name="p0x5" fmla="*/ 829 w 829"/>
              <a:gd name="p0y5" fmla="*/ 375 h 435"/>
              <a:gd name="p0x6" fmla="*/ 829 w 829"/>
              <a:gd name="p0y6" fmla="*/ 408 h 435"/>
              <a:gd name="p0x7" fmla="*/ 803 w 829"/>
              <a:gd name="p0y7" fmla="*/ 435 h 435"/>
              <a:gd name="p0x8" fmla="*/ 769 w 829"/>
              <a:gd name="p0y8" fmla="*/ 435 h 435"/>
              <a:gd name="p0x9" fmla="*/ 60 w 829"/>
              <a:gd name="p0y9" fmla="*/ 435 h 435"/>
              <a:gd name="p0x10" fmla="*/ 26 w 829"/>
              <a:gd name="p0y10" fmla="*/ 435 h 435"/>
              <a:gd name="p0x11" fmla="*/ 0 w 829"/>
              <a:gd name="p0y11" fmla="*/ 408 h 435"/>
              <a:gd name="p0x12" fmla="*/ 0 w 829"/>
              <a:gd name="p0y12" fmla="*/ 375 h 435"/>
              <a:gd name="p0x13" fmla="*/ 0 w 829"/>
              <a:gd name="p0y13" fmla="*/ 60 h 435"/>
              <a:gd name="p0x14" fmla="*/ 0 w 829"/>
              <a:gd name="p0y14" fmla="*/ 26 h 435"/>
              <a:gd name="p0x15" fmla="*/ 26 w 829"/>
              <a:gd name="p0y15" fmla="*/ 0 h 435"/>
              <a:gd name="p0x16" fmla="*/ 60 w 82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47700" y="3462338"/>
            <a:ext cx="5269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Vue3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1174115" y="3423920"/>
            <a:ext cx="424815" cy="276225"/>
          </a:xfrm>
          <a:custGeom>
            <a:avLst/>
            <a:gdLst>
              <a:gd name="sw" fmla="*/ 1 w 668"/>
              <a:gd name="sh" fmla="*/ 1 h 435"/>
              <a:gd name="mins" fmla="min sw sh"/>
              <a:gd name="dsw" fmla="+- 0 sw mins"/>
              <a:gd name="dsh" fmla="+- 0 sh mins"/>
              <a:gd name="p0x0" fmla="*/ 60 w 668"/>
              <a:gd name="p0y0" fmla="*/ 0 h 435"/>
              <a:gd name="p0x1" fmla="*/ 608 w 668"/>
              <a:gd name="p0y1" fmla="*/ 0 h 435"/>
              <a:gd name="p0x2" fmla="*/ 641 w 668"/>
              <a:gd name="p0y2" fmla="*/ 0 h 435"/>
              <a:gd name="p0x3" fmla="*/ 668 w 668"/>
              <a:gd name="p0y3" fmla="*/ 26 h 435"/>
              <a:gd name="p0x4" fmla="*/ 668 w 668"/>
              <a:gd name="p0y4" fmla="*/ 60 h 435"/>
              <a:gd name="p0x5" fmla="*/ 668 w 668"/>
              <a:gd name="p0y5" fmla="*/ 375 h 435"/>
              <a:gd name="p0x6" fmla="*/ 668 w 668"/>
              <a:gd name="p0y6" fmla="*/ 408 h 435"/>
              <a:gd name="p0x7" fmla="*/ 641 w 668"/>
              <a:gd name="p0y7" fmla="*/ 435 h 435"/>
              <a:gd name="p0x8" fmla="*/ 608 w 668"/>
              <a:gd name="p0y8" fmla="*/ 435 h 435"/>
              <a:gd name="p0x9" fmla="*/ 60 w 668"/>
              <a:gd name="p0y9" fmla="*/ 435 h 435"/>
              <a:gd name="p0x10" fmla="*/ 26 w 668"/>
              <a:gd name="p0y10" fmla="*/ 435 h 435"/>
              <a:gd name="p0x11" fmla="*/ 0 w 668"/>
              <a:gd name="p0y11" fmla="*/ 408 h 435"/>
              <a:gd name="p0x12" fmla="*/ 0 w 668"/>
              <a:gd name="p0y12" fmla="*/ 375 h 435"/>
              <a:gd name="p0x13" fmla="*/ 0 w 668"/>
              <a:gd name="p0y13" fmla="*/ 60 h 435"/>
              <a:gd name="p0x14" fmla="*/ 0 w 668"/>
              <a:gd name="p0y14" fmla="*/ 26 h 435"/>
              <a:gd name="p0x15" fmla="*/ 26 w 668"/>
              <a:gd name="p0y15" fmla="*/ 0 h 435"/>
              <a:gd name="p0x16" fmla="*/ 60 w 668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250899" y="3462338"/>
            <a:ext cx="424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Vite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1675130" y="3423920"/>
            <a:ext cx="1101725" cy="276225"/>
          </a:xfrm>
          <a:custGeom>
            <a:avLst/>
            <a:gdLst>
              <a:gd name="sw" fmla="*/ 1 w 1734"/>
              <a:gd name="sh" fmla="*/ 1 h 435"/>
              <a:gd name="mins" fmla="min sw sh"/>
              <a:gd name="dsw" fmla="+- 0 sw mins"/>
              <a:gd name="dsh" fmla="+- 0 sh mins"/>
              <a:gd name="p0x0" fmla="*/ 60 w 1734"/>
              <a:gd name="p0y0" fmla="*/ 0 h 435"/>
              <a:gd name="p0x1" fmla="*/ 1674 w 1734"/>
              <a:gd name="p0y1" fmla="*/ 0 h 435"/>
              <a:gd name="p0x2" fmla="*/ 1707 w 1734"/>
              <a:gd name="p0y2" fmla="*/ 0 h 435"/>
              <a:gd name="p0x3" fmla="*/ 1734 w 1734"/>
              <a:gd name="p0y3" fmla="*/ 26 h 435"/>
              <a:gd name="p0x4" fmla="*/ 1734 w 1734"/>
              <a:gd name="p0y4" fmla="*/ 60 h 435"/>
              <a:gd name="p0x5" fmla="*/ 1734 w 1734"/>
              <a:gd name="p0y5" fmla="*/ 375 h 435"/>
              <a:gd name="p0x6" fmla="*/ 1734 w 1734"/>
              <a:gd name="p0y6" fmla="*/ 408 h 435"/>
              <a:gd name="p0x7" fmla="*/ 1707 w 1734"/>
              <a:gd name="p0y7" fmla="*/ 435 h 435"/>
              <a:gd name="p0x8" fmla="*/ 1674 w 1734"/>
              <a:gd name="p0y8" fmla="*/ 435 h 435"/>
              <a:gd name="p0x9" fmla="*/ 60 w 1734"/>
              <a:gd name="p0y9" fmla="*/ 435 h 435"/>
              <a:gd name="p0x10" fmla="*/ 26 w 1734"/>
              <a:gd name="p0y10" fmla="*/ 435 h 435"/>
              <a:gd name="p0x11" fmla="*/ 0 w 1734"/>
              <a:gd name="p0y11" fmla="*/ 408 h 435"/>
              <a:gd name="p0x12" fmla="*/ 0 w 1734"/>
              <a:gd name="p0y12" fmla="*/ 375 h 435"/>
              <a:gd name="p0x13" fmla="*/ 0 w 1734"/>
              <a:gd name="p0y13" fmla="*/ 60 h 435"/>
              <a:gd name="p0x14" fmla="*/ 0 w 1734"/>
              <a:gd name="p0y14" fmla="*/ 26 h 435"/>
              <a:gd name="p0x15" fmla="*/ 26 w 1734"/>
              <a:gd name="p0y15" fmla="*/ 0 h 435"/>
              <a:gd name="p0x16" fmla="*/ 60 w 1734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751705" y="3462338"/>
            <a:ext cx="110140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Element Plus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571500" y="39287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638175" y="3990975"/>
            <a:ext cx="209550" cy="2139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028700" y="3933825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负责页面展示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571500" y="43859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4259" t="-3492" r="-4259" b="-3492"/>
          <a:stretch>
            <a:fillRect/>
          </a:stretch>
        </p:blipFill>
        <p:spPr>
          <a:xfrm>
            <a:off x="649605" y="4448175"/>
            <a:ext cx="186055" cy="2139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1028700" y="4391025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负责用户交互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3989705" y="1109345"/>
            <a:ext cx="4211955" cy="5362575"/>
          </a:xfrm>
          <a:custGeom>
            <a:avLst/>
            <a:gdLst>
              <a:gd name="sw" fmla="*/ 1 w 6633"/>
              <a:gd name="sh" fmla="*/ 1 h 8445"/>
              <a:gd name="mins" fmla="min sw sh"/>
              <a:gd name="dsw" fmla="+- 0 sw mins"/>
              <a:gd name="dsh" fmla="+- 0 sh mins"/>
              <a:gd name="p0x0" fmla="*/ 120 w 6633"/>
              <a:gd name="p0y0" fmla="*/ 0 h 8445"/>
              <a:gd name="p0x1" fmla="*/ 6513 w 6633"/>
              <a:gd name="p0y1" fmla="*/ 0 h 8445"/>
              <a:gd name="p0x2" fmla="*/ 6579 w 6633"/>
              <a:gd name="p0y2" fmla="*/ 0 h 8445"/>
              <a:gd name="p0x3" fmla="*/ 6633 w 6633"/>
              <a:gd name="p0y3" fmla="*/ 53 h 8445"/>
              <a:gd name="p0x4" fmla="*/ 6633 w 6633"/>
              <a:gd name="p0y4" fmla="*/ 120 h 8445"/>
              <a:gd name="p0x5" fmla="*/ 6633 w 6633"/>
              <a:gd name="p0y5" fmla="*/ 8325 h 8445"/>
              <a:gd name="p0x6" fmla="*/ 6633 w 6633"/>
              <a:gd name="p0y6" fmla="*/ 8391 h 8445"/>
              <a:gd name="p0x7" fmla="*/ 6579 w 6633"/>
              <a:gd name="p0y7" fmla="*/ 8445 h 8445"/>
              <a:gd name="p0x8" fmla="*/ 6513 w 6633"/>
              <a:gd name="p0y8" fmla="*/ 8445 h 8445"/>
              <a:gd name="p0x9" fmla="*/ 120 w 6633"/>
              <a:gd name="p0y9" fmla="*/ 8445 h 8445"/>
              <a:gd name="p0x10" fmla="*/ 53 w 6633"/>
              <a:gd name="p0y10" fmla="*/ 8445 h 8445"/>
              <a:gd name="p0x11" fmla="*/ 0 w 6633"/>
              <a:gd name="p0y11" fmla="*/ 8391 h 8445"/>
              <a:gd name="p0x12" fmla="*/ 0 w 6633"/>
              <a:gd name="p0y12" fmla="*/ 8325 h 8445"/>
              <a:gd name="p0x13" fmla="*/ 0 w 6633"/>
              <a:gd name="p0y13" fmla="*/ 120 h 8445"/>
              <a:gd name="p0x14" fmla="*/ 0 w 6633"/>
              <a:gd name="p0y14" fmla="*/ 53 h 8445"/>
              <a:gd name="p0x15" fmla="*/ 53 w 6633"/>
              <a:gd name="p0y15" fmla="*/ 0 h 8445"/>
              <a:gd name="p0x16" fmla="*/ 120 w 663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5581015" y="2743200"/>
            <a:ext cx="1028700" cy="561975"/>
            <a:chOff x="8789" y="4320"/>
            <a:chExt cx="1620" cy="885"/>
          </a:xfrm>
        </p:grpSpPr>
        <p:sp>
          <p:nvSpPr>
            <p:cNvPr id="18" name="任意多边形 17"/>
            <p:cNvSpPr/>
            <p:nvPr>
              <p:custDataLst>
                <p:tags r:id="rId20"/>
              </p:custDataLst>
            </p:nvPr>
          </p:nvSpPr>
          <p:spPr>
            <a:xfrm>
              <a:off x="8789" y="4320"/>
              <a:ext cx="1621" cy="885"/>
            </a:xfrm>
            <a:custGeom>
              <a:avLst/>
              <a:gdLst>
                <a:gd name="sw" fmla="*/ 1 w 1620"/>
                <a:gd name="sh" fmla="*/ 1 h 885"/>
                <a:gd name="mins" fmla="min sw sh"/>
                <a:gd name="dsw" fmla="+- 0 sw mins"/>
                <a:gd name="dsh" fmla="+- 0 sh mins"/>
                <a:gd name="p0x0" fmla="*/ 0 w 1620"/>
                <a:gd name="p0y0" fmla="*/ 0 h 885"/>
                <a:gd name="p0x1" fmla="*/ 1620 w 1620"/>
                <a:gd name="p0y1" fmla="*/ 0 h 885"/>
                <a:gd name="p0x2" fmla="*/ 1620 w 1620"/>
                <a:gd name="p0y2" fmla="*/ 885 h 885"/>
                <a:gd name="p0x3" fmla="*/ 0 w 1620"/>
                <a:gd name="p0y3" fmla="*/ 885 h 885"/>
                <a:gd name="p0x4" fmla="*/ 0 w 1620"/>
                <a:gd name="p0y4" fmla="*/ 0 h 8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21"/>
              </p:custDataLst>
            </p:nvPr>
          </p:nvSpPr>
          <p:spPr>
            <a:xfrm>
              <a:off x="8789" y="5175"/>
              <a:ext cx="1621" cy="30"/>
            </a:xfrm>
            <a:custGeom>
              <a:avLst/>
              <a:gdLst>
                <a:gd name="sw" fmla="*/ 1 w 1620"/>
                <a:gd name="sh" fmla="*/ 1 h 30"/>
                <a:gd name="mins" fmla="min sw sh"/>
                <a:gd name="dsw" fmla="+- 0 sw mins"/>
                <a:gd name="dsh" fmla="+- 0 sh mins"/>
                <a:gd name="p0x0" fmla="*/ 1620 w 1620"/>
                <a:gd name="p0y0" fmla="*/ 30 h 30"/>
                <a:gd name="p0x1" fmla="*/ 0 w 1620"/>
                <a:gd name="p0y1" fmla="*/ 30 h 30"/>
                <a:gd name="p0x2" fmla="*/ 0 w 1620"/>
                <a:gd name="p0y2" fmla="*/ 0 h 30"/>
                <a:gd name="p0x3" fmla="*/ 1620 w 1620"/>
                <a:gd name="p0y3" fmla="*/ 0 h 30"/>
                <a:gd name="p0x4" fmla="*/ 1620 w 162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5581574" y="2720340"/>
            <a:ext cx="1371676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后端层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3"/>
            </p:custDataLst>
          </p:nvPr>
        </p:nvSpPr>
        <p:spPr>
          <a:xfrm>
            <a:off x="4756785" y="3533775"/>
            <a:ext cx="1005205" cy="276225"/>
          </a:xfrm>
          <a:custGeom>
            <a:avLst/>
            <a:gdLst>
              <a:gd name="sw" fmla="*/ 1 w 1582"/>
              <a:gd name="sh" fmla="*/ 1 h 435"/>
              <a:gd name="mins" fmla="min sw sh"/>
              <a:gd name="dsw" fmla="+- 0 sw mins"/>
              <a:gd name="dsh" fmla="+- 0 sh mins"/>
              <a:gd name="p0x0" fmla="*/ 60 w 1582"/>
              <a:gd name="p0y0" fmla="*/ 0 h 435"/>
              <a:gd name="p0x1" fmla="*/ 1522 w 1582"/>
              <a:gd name="p0y1" fmla="*/ 0 h 435"/>
              <a:gd name="p0x2" fmla="*/ 1555 w 1582"/>
              <a:gd name="p0y2" fmla="*/ 0 h 435"/>
              <a:gd name="p0x3" fmla="*/ 1582 w 1582"/>
              <a:gd name="p0y3" fmla="*/ 26 h 435"/>
              <a:gd name="p0x4" fmla="*/ 1582 w 1582"/>
              <a:gd name="p0y4" fmla="*/ 60 h 435"/>
              <a:gd name="p0x5" fmla="*/ 1582 w 1582"/>
              <a:gd name="p0y5" fmla="*/ 375 h 435"/>
              <a:gd name="p0x6" fmla="*/ 1582 w 1582"/>
              <a:gd name="p0y6" fmla="*/ 408 h 435"/>
              <a:gd name="p0x7" fmla="*/ 1555 w 1582"/>
              <a:gd name="p0y7" fmla="*/ 435 h 435"/>
              <a:gd name="p0x8" fmla="*/ 1522 w 1582"/>
              <a:gd name="p0y8" fmla="*/ 435 h 435"/>
              <a:gd name="p0x9" fmla="*/ 60 w 1582"/>
              <a:gd name="p0y9" fmla="*/ 435 h 435"/>
              <a:gd name="p0x10" fmla="*/ 26 w 1582"/>
              <a:gd name="p0y10" fmla="*/ 435 h 435"/>
              <a:gd name="p0x11" fmla="*/ 0 w 1582"/>
              <a:gd name="p0y11" fmla="*/ 408 h 435"/>
              <a:gd name="p0x12" fmla="*/ 0 w 1582"/>
              <a:gd name="p0y12" fmla="*/ 375 h 435"/>
              <a:gd name="p0x13" fmla="*/ 0 w 1582"/>
              <a:gd name="p0y13" fmla="*/ 60 h 435"/>
              <a:gd name="p0x14" fmla="*/ 0 w 1582"/>
              <a:gd name="p0y14" fmla="*/ 26 h 435"/>
              <a:gd name="p0x15" fmla="*/ 26 w 1582"/>
              <a:gd name="p0y15" fmla="*/ 0 h 435"/>
              <a:gd name="p0x16" fmla="*/ 60 w 1582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4833490" y="3571875"/>
            <a:ext cx="10051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Spring Boot</a:t>
            </a:r>
            <a:endParaRPr sz="1200" b="1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5838190" y="3533775"/>
            <a:ext cx="732790" cy="276225"/>
          </a:xfrm>
          <a:custGeom>
            <a:avLst/>
            <a:gdLst>
              <a:gd name="sw" fmla="*/ 1 w 1153"/>
              <a:gd name="sh" fmla="*/ 1 h 435"/>
              <a:gd name="mins" fmla="min sw sh"/>
              <a:gd name="dsw" fmla="+- 0 sw mins"/>
              <a:gd name="dsh" fmla="+- 0 sh mins"/>
              <a:gd name="p0x0" fmla="*/ 60 w 1153"/>
              <a:gd name="p0y0" fmla="*/ 0 h 435"/>
              <a:gd name="p0x1" fmla="*/ 1093 w 1153"/>
              <a:gd name="p0y1" fmla="*/ 0 h 435"/>
              <a:gd name="p0x2" fmla="*/ 1126 w 1153"/>
              <a:gd name="p0y2" fmla="*/ 0 h 435"/>
              <a:gd name="p0x3" fmla="*/ 1153 w 1153"/>
              <a:gd name="p0y3" fmla="*/ 26 h 435"/>
              <a:gd name="p0x4" fmla="*/ 1153 w 1153"/>
              <a:gd name="p0y4" fmla="*/ 60 h 435"/>
              <a:gd name="p0x5" fmla="*/ 1153 w 1153"/>
              <a:gd name="p0y5" fmla="*/ 375 h 435"/>
              <a:gd name="p0x6" fmla="*/ 1153 w 1153"/>
              <a:gd name="p0y6" fmla="*/ 408 h 435"/>
              <a:gd name="p0x7" fmla="*/ 1126 w 1153"/>
              <a:gd name="p0y7" fmla="*/ 435 h 435"/>
              <a:gd name="p0x8" fmla="*/ 1093 w 1153"/>
              <a:gd name="p0y8" fmla="*/ 435 h 435"/>
              <a:gd name="p0x9" fmla="*/ 60 w 1153"/>
              <a:gd name="p0y9" fmla="*/ 435 h 435"/>
              <a:gd name="p0x10" fmla="*/ 26 w 1153"/>
              <a:gd name="p0y10" fmla="*/ 435 h 435"/>
              <a:gd name="p0x11" fmla="*/ 0 w 1153"/>
              <a:gd name="p0y11" fmla="*/ 408 h 435"/>
              <a:gd name="p0x12" fmla="*/ 0 w 1153"/>
              <a:gd name="p0y12" fmla="*/ 375 h 435"/>
              <a:gd name="p0x13" fmla="*/ 0 w 1153"/>
              <a:gd name="p0y13" fmla="*/ 60 h 435"/>
              <a:gd name="p0x14" fmla="*/ 0 w 1153"/>
              <a:gd name="p0y14" fmla="*/ 26 h 435"/>
              <a:gd name="p0x15" fmla="*/ 26 w 1153"/>
              <a:gd name="p0y15" fmla="*/ 0 h 435"/>
              <a:gd name="p0x16" fmla="*/ 60 w 1153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5914796" y="3571875"/>
            <a:ext cx="7326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MyBatis</a:t>
            </a:r>
            <a:endParaRPr sz="1200" b="1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6647180" y="3533775"/>
            <a:ext cx="787400" cy="276225"/>
          </a:xfrm>
          <a:custGeom>
            <a:avLst/>
            <a:gdLst>
              <a:gd name="sw" fmla="*/ 1 w 1239"/>
              <a:gd name="sh" fmla="*/ 1 h 435"/>
              <a:gd name="mins" fmla="min sw sh"/>
              <a:gd name="dsw" fmla="+- 0 sw mins"/>
              <a:gd name="dsh" fmla="+- 0 sh mins"/>
              <a:gd name="p0x0" fmla="*/ 60 w 1239"/>
              <a:gd name="p0y0" fmla="*/ 0 h 435"/>
              <a:gd name="p0x1" fmla="*/ 1179 w 1239"/>
              <a:gd name="p0y1" fmla="*/ 0 h 435"/>
              <a:gd name="p0x2" fmla="*/ 1212 w 1239"/>
              <a:gd name="p0y2" fmla="*/ 0 h 435"/>
              <a:gd name="p0x3" fmla="*/ 1239 w 1239"/>
              <a:gd name="p0y3" fmla="*/ 26 h 435"/>
              <a:gd name="p0x4" fmla="*/ 1239 w 1239"/>
              <a:gd name="p0y4" fmla="*/ 60 h 435"/>
              <a:gd name="p0x5" fmla="*/ 1239 w 1239"/>
              <a:gd name="p0y5" fmla="*/ 375 h 435"/>
              <a:gd name="p0x6" fmla="*/ 1239 w 1239"/>
              <a:gd name="p0y6" fmla="*/ 408 h 435"/>
              <a:gd name="p0x7" fmla="*/ 1212 w 1239"/>
              <a:gd name="p0y7" fmla="*/ 435 h 435"/>
              <a:gd name="p0x8" fmla="*/ 1179 w 1239"/>
              <a:gd name="p0y8" fmla="*/ 435 h 435"/>
              <a:gd name="p0x9" fmla="*/ 60 w 1239"/>
              <a:gd name="p0y9" fmla="*/ 435 h 435"/>
              <a:gd name="p0x10" fmla="*/ 26 w 1239"/>
              <a:gd name="p0y10" fmla="*/ 435 h 435"/>
              <a:gd name="p0x11" fmla="*/ 0 w 1239"/>
              <a:gd name="p0y11" fmla="*/ 408 h 435"/>
              <a:gd name="p0x12" fmla="*/ 0 w 1239"/>
              <a:gd name="p0y12" fmla="*/ 375 h 435"/>
              <a:gd name="p0x13" fmla="*/ 0 w 1239"/>
              <a:gd name="p0y13" fmla="*/ 60 h 435"/>
              <a:gd name="p0x14" fmla="*/ 0 w 1239"/>
              <a:gd name="p0y14" fmla="*/ 26 h 435"/>
              <a:gd name="p0x15" fmla="*/ 26 w 1239"/>
              <a:gd name="p0y15" fmla="*/ 0 h 435"/>
              <a:gd name="p0x16" fmla="*/ 60 w 12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6723612" y="3571875"/>
            <a:ext cx="7872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</a:t>
            </a:r>
            <a:r>
              <a:rPr lang="zh-CN" sz="1200" b="1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endParaRPr lang="zh-CN" sz="1200" b="1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5105400" y="40386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5172075" y="4100195"/>
            <a:ext cx="209550" cy="2146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3"/>
            </p:custDataLst>
          </p:nvPr>
        </p:nvSpPr>
        <p:spPr>
          <a:xfrm>
            <a:off x="5562600" y="4043363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负责业务逻辑处理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4"/>
            </p:custDataLst>
          </p:nvPr>
        </p:nvSpPr>
        <p:spPr>
          <a:xfrm>
            <a:off x="5105400" y="44958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5198110" y="4557395"/>
            <a:ext cx="156845" cy="2146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8"/>
            </p:custDataLst>
          </p:nvPr>
        </p:nvSpPr>
        <p:spPr>
          <a:xfrm>
            <a:off x="5562600" y="450056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负责数据计算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9"/>
            </p:custDataLst>
          </p:nvPr>
        </p:nvSpPr>
        <p:spPr>
          <a:xfrm>
            <a:off x="8458835" y="1109345"/>
            <a:ext cx="3156585" cy="2600325"/>
          </a:xfrm>
          <a:custGeom>
            <a:avLst/>
            <a:gdLst>
              <a:gd name="sw" fmla="*/ 1 w 4970"/>
              <a:gd name="sh" fmla="*/ 1 h 4095"/>
              <a:gd name="mins" fmla="min sw sh"/>
              <a:gd name="dsw" fmla="+- 0 sw mins"/>
              <a:gd name="dsh" fmla="+- 0 sh mins"/>
              <a:gd name="p0x0" fmla="*/ 120 w 4970"/>
              <a:gd name="p0y0" fmla="*/ 0 h 4095"/>
              <a:gd name="p0x1" fmla="*/ 4850 w 4970"/>
              <a:gd name="p0y1" fmla="*/ 0 h 4095"/>
              <a:gd name="p0x2" fmla="*/ 4917 w 4970"/>
              <a:gd name="p0y2" fmla="*/ 0 h 4095"/>
              <a:gd name="p0x3" fmla="*/ 4970 w 4970"/>
              <a:gd name="p0y3" fmla="*/ 53 h 4095"/>
              <a:gd name="p0x4" fmla="*/ 4970 w 4970"/>
              <a:gd name="p0y4" fmla="*/ 120 h 4095"/>
              <a:gd name="p0x5" fmla="*/ 4970 w 4970"/>
              <a:gd name="p0y5" fmla="*/ 3975 h 4095"/>
              <a:gd name="p0x6" fmla="*/ 4970 w 4970"/>
              <a:gd name="p0y6" fmla="*/ 4041 h 4095"/>
              <a:gd name="p0x7" fmla="*/ 4917 w 4970"/>
              <a:gd name="p0y7" fmla="*/ 4095 h 4095"/>
              <a:gd name="p0x8" fmla="*/ 4850 w 4970"/>
              <a:gd name="p0y8" fmla="*/ 4095 h 4095"/>
              <a:gd name="p0x9" fmla="*/ 120 w 4970"/>
              <a:gd name="p0y9" fmla="*/ 4095 h 4095"/>
              <a:gd name="p0x10" fmla="*/ 53 w 4970"/>
              <a:gd name="p0y10" fmla="*/ 4095 h 4095"/>
              <a:gd name="p0x11" fmla="*/ 0 w 4970"/>
              <a:gd name="p0y11" fmla="*/ 4041 h 4095"/>
              <a:gd name="p0x12" fmla="*/ 0 w 4970"/>
              <a:gd name="p0y12" fmla="*/ 3975 h 4095"/>
              <a:gd name="p0x13" fmla="*/ 0 w 4970"/>
              <a:gd name="p0y13" fmla="*/ 120 h 4095"/>
              <a:gd name="p0x14" fmla="*/ 0 w 4970"/>
              <a:gd name="p0y14" fmla="*/ 53 h 4095"/>
              <a:gd name="p0x15" fmla="*/ 53 w 4970"/>
              <a:gd name="p0y15" fmla="*/ 0 h 4095"/>
              <a:gd name="p0x16" fmla="*/ 120 w 4970"/>
              <a:gd name="p0y16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0"/>
            </p:custDataLst>
          </p:nvPr>
        </p:nvSpPr>
        <p:spPr>
          <a:xfrm>
            <a:off x="8654415" y="17570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8754110" y="1838325"/>
            <a:ext cx="219075" cy="2520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4"/>
            </p:custDataLst>
          </p:nvPr>
        </p:nvSpPr>
        <p:spPr>
          <a:xfrm>
            <a:off x="9187834" y="17840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5"/>
            </p:custDataLst>
          </p:nvPr>
        </p:nvSpPr>
        <p:spPr>
          <a:xfrm>
            <a:off x="8654415" y="2328545"/>
            <a:ext cx="686435" cy="276225"/>
          </a:xfrm>
          <a:custGeom>
            <a:avLst/>
            <a:gdLst>
              <a:gd name="sw" fmla="*/ 1 w 1081"/>
              <a:gd name="sh" fmla="*/ 1 h 435"/>
              <a:gd name="mins" fmla="min sw sh"/>
              <a:gd name="dsw" fmla="+- 0 sw mins"/>
              <a:gd name="dsh" fmla="+- 0 sh mins"/>
              <a:gd name="p0x0" fmla="*/ 60 w 1081"/>
              <a:gd name="p0y0" fmla="*/ 0 h 435"/>
              <a:gd name="p0x1" fmla="*/ 1021 w 1081"/>
              <a:gd name="p0y1" fmla="*/ 0 h 435"/>
              <a:gd name="p0x2" fmla="*/ 1054 w 1081"/>
              <a:gd name="p0y2" fmla="*/ 0 h 435"/>
              <a:gd name="p0x3" fmla="*/ 1081 w 1081"/>
              <a:gd name="p0y3" fmla="*/ 26 h 435"/>
              <a:gd name="p0x4" fmla="*/ 1081 w 1081"/>
              <a:gd name="p0y4" fmla="*/ 60 h 435"/>
              <a:gd name="p0x5" fmla="*/ 1081 w 1081"/>
              <a:gd name="p0y5" fmla="*/ 375 h 435"/>
              <a:gd name="p0x6" fmla="*/ 1081 w 1081"/>
              <a:gd name="p0y6" fmla="*/ 408 h 435"/>
              <a:gd name="p0x7" fmla="*/ 1054 w 1081"/>
              <a:gd name="p0y7" fmla="*/ 435 h 435"/>
              <a:gd name="p0x8" fmla="*/ 1021 w 1081"/>
              <a:gd name="p0y8" fmla="*/ 435 h 435"/>
              <a:gd name="p0x9" fmla="*/ 60 w 1081"/>
              <a:gd name="p0y9" fmla="*/ 435 h 435"/>
              <a:gd name="p0x10" fmla="*/ 26 w 1081"/>
              <a:gd name="p0y10" fmla="*/ 435 h 435"/>
              <a:gd name="p0x11" fmla="*/ 0 w 1081"/>
              <a:gd name="p0y11" fmla="*/ 408 h 435"/>
              <a:gd name="p0x12" fmla="*/ 0 w 1081"/>
              <a:gd name="p0y12" fmla="*/ 375 h 435"/>
              <a:gd name="p0x13" fmla="*/ 0 w 1081"/>
              <a:gd name="p0y13" fmla="*/ 60 h 435"/>
              <a:gd name="p0x14" fmla="*/ 0 w 1081"/>
              <a:gd name="p0y14" fmla="*/ 26 h 435"/>
              <a:gd name="p0x15" fmla="*/ 26 w 1081"/>
              <a:gd name="p0y15" fmla="*/ 0 h 435"/>
              <a:gd name="p0x16" fmla="*/ 60 w 1081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6"/>
            </p:custDataLst>
          </p:nvPr>
        </p:nvSpPr>
        <p:spPr>
          <a:xfrm>
            <a:off x="8730634" y="2366963"/>
            <a:ext cx="68691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MySQL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7"/>
            </p:custDataLst>
          </p:nvPr>
        </p:nvSpPr>
        <p:spPr>
          <a:xfrm>
            <a:off x="8654415" y="27762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t="-3333" b="-3333"/>
          <a:stretch>
            <a:fillRect/>
          </a:stretch>
        </p:blipFill>
        <p:spPr>
          <a:xfrm>
            <a:off x="8702040" y="2833370"/>
            <a:ext cx="17145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1"/>
            </p:custDataLst>
          </p:nvPr>
        </p:nvSpPr>
        <p:spPr>
          <a:xfrm>
            <a:off x="9035434" y="2743200"/>
            <a:ext cx="1905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负责数据持久化存储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2"/>
            </p:custDataLst>
          </p:nvPr>
        </p:nvSpPr>
        <p:spPr>
          <a:xfrm>
            <a:off x="8458835" y="3871595"/>
            <a:ext cx="3156585" cy="2600325"/>
          </a:xfrm>
          <a:custGeom>
            <a:avLst/>
            <a:gdLst>
              <a:gd name="sw" fmla="*/ 1 w 4970"/>
              <a:gd name="sh" fmla="*/ 1 h 4095"/>
              <a:gd name="mins" fmla="min sw sh"/>
              <a:gd name="dsw" fmla="+- 0 sw mins"/>
              <a:gd name="dsh" fmla="+- 0 sh mins"/>
              <a:gd name="p0x0" fmla="*/ 120 w 4970"/>
              <a:gd name="p0y0" fmla="*/ 0 h 4095"/>
              <a:gd name="p0x1" fmla="*/ 4850 w 4970"/>
              <a:gd name="p0y1" fmla="*/ 0 h 4095"/>
              <a:gd name="p0x2" fmla="*/ 4917 w 4970"/>
              <a:gd name="p0y2" fmla="*/ 0 h 4095"/>
              <a:gd name="p0x3" fmla="*/ 4970 w 4970"/>
              <a:gd name="p0y3" fmla="*/ 53 h 4095"/>
              <a:gd name="p0x4" fmla="*/ 4970 w 4970"/>
              <a:gd name="p0y4" fmla="*/ 120 h 4095"/>
              <a:gd name="p0x5" fmla="*/ 4970 w 4970"/>
              <a:gd name="p0y5" fmla="*/ 3975 h 4095"/>
              <a:gd name="p0x6" fmla="*/ 4970 w 4970"/>
              <a:gd name="p0y6" fmla="*/ 4041 h 4095"/>
              <a:gd name="p0x7" fmla="*/ 4917 w 4970"/>
              <a:gd name="p0y7" fmla="*/ 4095 h 4095"/>
              <a:gd name="p0x8" fmla="*/ 4850 w 4970"/>
              <a:gd name="p0y8" fmla="*/ 4095 h 4095"/>
              <a:gd name="p0x9" fmla="*/ 120 w 4970"/>
              <a:gd name="p0y9" fmla="*/ 4095 h 4095"/>
              <a:gd name="p0x10" fmla="*/ 53 w 4970"/>
              <a:gd name="p0y10" fmla="*/ 4095 h 4095"/>
              <a:gd name="p0x11" fmla="*/ 0 w 4970"/>
              <a:gd name="p0y11" fmla="*/ 4041 h 4095"/>
              <a:gd name="p0x12" fmla="*/ 0 w 4970"/>
              <a:gd name="p0y12" fmla="*/ 3975 h 4095"/>
              <a:gd name="p0x13" fmla="*/ 0 w 4970"/>
              <a:gd name="p0y13" fmla="*/ 120 h 4095"/>
              <a:gd name="p0x14" fmla="*/ 0 w 4970"/>
              <a:gd name="p0y14" fmla="*/ 53 h 4095"/>
              <a:gd name="p0x15" fmla="*/ 53 w 4970"/>
              <a:gd name="p0y15" fmla="*/ 0 h 4095"/>
              <a:gd name="p0x16" fmla="*/ 120 w 4970"/>
              <a:gd name="p0y16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53"/>
            </p:custDataLst>
          </p:nvPr>
        </p:nvSpPr>
        <p:spPr>
          <a:xfrm>
            <a:off x="8654415" y="45192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4167" t="-2933" r="-4167" b="-2933"/>
          <a:stretch>
            <a:fillRect/>
          </a:stretch>
        </p:blipFill>
        <p:spPr>
          <a:xfrm>
            <a:off x="8740140" y="4600575"/>
            <a:ext cx="247650" cy="25209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57"/>
            </p:custDataLst>
          </p:nvPr>
        </p:nvSpPr>
        <p:spPr>
          <a:xfrm>
            <a:off x="9187834" y="4546283"/>
            <a:ext cx="105563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8"/>
            </p:custDataLst>
          </p:nvPr>
        </p:nvSpPr>
        <p:spPr>
          <a:xfrm>
            <a:off x="8654415" y="5090795"/>
            <a:ext cx="815340" cy="276225"/>
          </a:xfrm>
          <a:custGeom>
            <a:avLst/>
            <a:gdLst>
              <a:gd name="sw" fmla="*/ 1 w 1284"/>
              <a:gd name="sh" fmla="*/ 1 h 435"/>
              <a:gd name="mins" fmla="min sw sh"/>
              <a:gd name="dsw" fmla="+- 0 sw mins"/>
              <a:gd name="dsh" fmla="+- 0 sh mins"/>
              <a:gd name="p0x0" fmla="*/ 60 w 1284"/>
              <a:gd name="p0y0" fmla="*/ 0 h 435"/>
              <a:gd name="p0x1" fmla="*/ 1224 w 1284"/>
              <a:gd name="p0y1" fmla="*/ 0 h 435"/>
              <a:gd name="p0x2" fmla="*/ 1257 w 1284"/>
              <a:gd name="p0y2" fmla="*/ 0 h 435"/>
              <a:gd name="p0x3" fmla="*/ 1284 w 1284"/>
              <a:gd name="p0y3" fmla="*/ 26 h 435"/>
              <a:gd name="p0x4" fmla="*/ 1284 w 1284"/>
              <a:gd name="p0y4" fmla="*/ 60 h 435"/>
              <a:gd name="p0x5" fmla="*/ 1284 w 1284"/>
              <a:gd name="p0y5" fmla="*/ 375 h 435"/>
              <a:gd name="p0x6" fmla="*/ 1284 w 1284"/>
              <a:gd name="p0y6" fmla="*/ 408 h 435"/>
              <a:gd name="p0x7" fmla="*/ 1257 w 1284"/>
              <a:gd name="p0y7" fmla="*/ 435 h 435"/>
              <a:gd name="p0x8" fmla="*/ 1224 w 1284"/>
              <a:gd name="p0y8" fmla="*/ 435 h 435"/>
              <a:gd name="p0x9" fmla="*/ 60 w 1284"/>
              <a:gd name="p0y9" fmla="*/ 435 h 435"/>
              <a:gd name="p0x10" fmla="*/ 26 w 1284"/>
              <a:gd name="p0y10" fmla="*/ 435 h 435"/>
              <a:gd name="p0x11" fmla="*/ 0 w 1284"/>
              <a:gd name="p0y11" fmla="*/ 408 h 435"/>
              <a:gd name="p0x12" fmla="*/ 0 w 1284"/>
              <a:gd name="p0y12" fmla="*/ 375 h 435"/>
              <a:gd name="p0x13" fmla="*/ 0 w 1284"/>
              <a:gd name="p0y13" fmla="*/ 60 h 435"/>
              <a:gd name="p0x14" fmla="*/ 0 w 1284"/>
              <a:gd name="p0y14" fmla="*/ 26 h 435"/>
              <a:gd name="p0x15" fmla="*/ 26 w 1284"/>
              <a:gd name="p0y15" fmla="*/ 0 h 435"/>
              <a:gd name="p0x16" fmla="*/ 60 w 1284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59"/>
            </p:custDataLst>
          </p:nvPr>
        </p:nvSpPr>
        <p:spPr>
          <a:xfrm>
            <a:off x="8730634" y="5129213"/>
            <a:ext cx="81550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Spring AI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0"/>
            </p:custDataLst>
          </p:nvPr>
        </p:nvSpPr>
        <p:spPr>
          <a:xfrm>
            <a:off x="9545955" y="5090795"/>
            <a:ext cx="464185" cy="276225"/>
          </a:xfrm>
          <a:custGeom>
            <a:avLst/>
            <a:gdLst>
              <a:gd name="sw" fmla="*/ 1 w 730"/>
              <a:gd name="sh" fmla="*/ 1 h 435"/>
              <a:gd name="mins" fmla="min sw sh"/>
              <a:gd name="dsw" fmla="+- 0 sw mins"/>
              <a:gd name="dsh" fmla="+- 0 sh mins"/>
              <a:gd name="p0x0" fmla="*/ 60 w 730"/>
              <a:gd name="p0y0" fmla="*/ 0 h 435"/>
              <a:gd name="p0x1" fmla="*/ 670 w 730"/>
              <a:gd name="p0y1" fmla="*/ 0 h 435"/>
              <a:gd name="p0x2" fmla="*/ 704 w 730"/>
              <a:gd name="p0y2" fmla="*/ 0 h 435"/>
              <a:gd name="p0x3" fmla="*/ 730 w 730"/>
              <a:gd name="p0y3" fmla="*/ 26 h 435"/>
              <a:gd name="p0x4" fmla="*/ 730 w 730"/>
              <a:gd name="p0y4" fmla="*/ 60 h 435"/>
              <a:gd name="p0x5" fmla="*/ 730 w 730"/>
              <a:gd name="p0y5" fmla="*/ 375 h 435"/>
              <a:gd name="p0x6" fmla="*/ 730 w 730"/>
              <a:gd name="p0y6" fmla="*/ 408 h 435"/>
              <a:gd name="p0x7" fmla="*/ 704 w 730"/>
              <a:gd name="p0y7" fmla="*/ 435 h 435"/>
              <a:gd name="p0x8" fmla="*/ 670 w 730"/>
              <a:gd name="p0y8" fmla="*/ 435 h 435"/>
              <a:gd name="p0x9" fmla="*/ 60 w 730"/>
              <a:gd name="p0y9" fmla="*/ 435 h 435"/>
              <a:gd name="p0x10" fmla="*/ 26 w 730"/>
              <a:gd name="p0y10" fmla="*/ 435 h 435"/>
              <a:gd name="p0x11" fmla="*/ 0 w 730"/>
              <a:gd name="p0y11" fmla="*/ 408 h 435"/>
              <a:gd name="p0x12" fmla="*/ 0 w 730"/>
              <a:gd name="p0y12" fmla="*/ 375 h 435"/>
              <a:gd name="p0x13" fmla="*/ 0 w 730"/>
              <a:gd name="p0y13" fmla="*/ 60 h 435"/>
              <a:gd name="p0x14" fmla="*/ 0 w 730"/>
              <a:gd name="p0y14" fmla="*/ 26 h 435"/>
              <a:gd name="p0x15" fmla="*/ 26 w 730"/>
              <a:gd name="p0y15" fmla="*/ 0 h 435"/>
              <a:gd name="p0x16" fmla="*/ 60 w 73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61"/>
            </p:custDataLst>
          </p:nvPr>
        </p:nvSpPr>
        <p:spPr>
          <a:xfrm>
            <a:off x="9622336" y="5129213"/>
            <a:ext cx="4641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Kimi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2"/>
            </p:custDataLst>
          </p:nvPr>
        </p:nvSpPr>
        <p:spPr>
          <a:xfrm>
            <a:off x="8654415" y="5538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>
            <a:fillRect/>
          </a:stretch>
        </p:blipFill>
        <p:spPr>
          <a:xfrm>
            <a:off x="8730615" y="5595620"/>
            <a:ext cx="114300" cy="15240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66"/>
            </p:custDataLst>
          </p:nvPr>
        </p:nvSpPr>
        <p:spPr>
          <a:xfrm>
            <a:off x="9035434" y="5505450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实现智能分析与辅助决策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后端设计模式应用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6649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174561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716453"/>
            <a:ext cx="167245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MVC</a:t>
            </a:r>
            <a:r>
              <a:rPr lang="zh-CN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分层架构</a:t>
            </a:r>
            <a:endParaRPr lang="zh-CN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22021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3846" t="-16061" r="-3846" b="-16061"/>
          <a:stretch>
            <a:fillRect/>
          </a:stretch>
        </p:blipFill>
        <p:spPr>
          <a:xfrm>
            <a:off x="838200" y="2263775"/>
            <a:ext cx="133350" cy="1384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14425" y="2183178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控制层：接收前端请求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25527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10321" r="-10321"/>
          <a:stretch>
            <a:fillRect/>
          </a:stretch>
        </p:blipFill>
        <p:spPr>
          <a:xfrm>
            <a:off x="821055" y="2614295"/>
            <a:ext cx="167005" cy="1384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14425" y="2533669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业务层：处理核心逻辑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1525" y="29025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6667" t="-5641" r="-6667" b="-5641"/>
          <a:stretch>
            <a:fillRect/>
          </a:stretch>
        </p:blipFill>
        <p:spPr>
          <a:xfrm>
            <a:off x="845185" y="2964815"/>
            <a:ext cx="118745" cy="1377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114425" y="2884160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数据层：与数据库交互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575945" y="38525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771525" y="46215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259" t="-10303" r="-4259" b="-10303"/>
          <a:stretch>
            <a:fillRect/>
          </a:stretch>
        </p:blipFill>
        <p:spPr>
          <a:xfrm>
            <a:off x="887730" y="4702175"/>
            <a:ext cx="186055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1304925" y="467299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核心作用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9"/>
            </p:custDataLst>
          </p:nvPr>
        </p:nvSpPr>
        <p:spPr>
          <a:xfrm>
            <a:off x="771525" y="5139718"/>
            <a:ext cx="21907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结构清晰、逻辑解耦、便于维护与扩展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3395345" y="11093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3590925" y="1485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3676650" y="1566545"/>
            <a:ext cx="247650" cy="2527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4124325" y="1537411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统一返回结构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6"/>
            </p:custDataLst>
          </p:nvPr>
        </p:nvSpPr>
        <p:spPr>
          <a:xfrm>
            <a:off x="3590925" y="2007946"/>
            <a:ext cx="2190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工厂思想</a:t>
            </a:r>
            <a:endParaRPr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7"/>
            </p:custDataLst>
          </p:nvPr>
        </p:nvSpPr>
        <p:spPr>
          <a:xfrm>
            <a:off x="3590925" y="2381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6667" t="-22667" r="-6667" b="-22667"/>
          <a:stretch>
            <a:fillRect/>
          </a:stretch>
        </p:blipFill>
        <p:spPr>
          <a:xfrm>
            <a:off x="3664585" y="2442845"/>
            <a:ext cx="118745" cy="1384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1"/>
            </p:custDataLst>
          </p:nvPr>
        </p:nvSpPr>
        <p:spPr>
          <a:xfrm>
            <a:off x="3933825" y="2362219"/>
            <a:ext cx="6858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状态码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2"/>
            </p:custDataLst>
          </p:nvPr>
        </p:nvSpPr>
        <p:spPr>
          <a:xfrm>
            <a:off x="3590925" y="27311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3657600" y="2793365"/>
            <a:ext cx="133350" cy="1377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6"/>
            </p:custDataLst>
          </p:nvPr>
        </p:nvSpPr>
        <p:spPr>
          <a:xfrm>
            <a:off x="3933825" y="2712710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提示信息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7"/>
            </p:custDataLst>
          </p:nvPr>
        </p:nvSpPr>
        <p:spPr>
          <a:xfrm>
            <a:off x="3590925" y="30816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8444" t="-5641" r="-8444" b="-5641"/>
          <a:stretch>
            <a:fillRect/>
          </a:stretch>
        </p:blipFill>
        <p:spPr>
          <a:xfrm>
            <a:off x="3640455" y="3143885"/>
            <a:ext cx="167005" cy="13779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51"/>
            </p:custDataLst>
          </p:nvPr>
        </p:nvSpPr>
        <p:spPr>
          <a:xfrm>
            <a:off x="3933825" y="3063202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返回数据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2"/>
            </p:custDataLst>
          </p:nvPr>
        </p:nvSpPr>
        <p:spPr>
          <a:xfrm>
            <a:off x="3395345" y="38525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53"/>
            </p:custDataLst>
          </p:nvPr>
        </p:nvSpPr>
        <p:spPr>
          <a:xfrm>
            <a:off x="3590925" y="46215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3676650" y="4702175"/>
            <a:ext cx="247650" cy="2527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7"/>
            </p:custDataLst>
          </p:nvPr>
        </p:nvSpPr>
        <p:spPr>
          <a:xfrm>
            <a:off x="4124325" y="467299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核心作用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58"/>
            </p:custDataLst>
          </p:nvPr>
        </p:nvSpPr>
        <p:spPr>
          <a:xfrm>
            <a:off x="3590925" y="5139718"/>
            <a:ext cx="21907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前后端数据格式统一、减少重复代码、提高开发规范性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9"/>
            </p:custDataLst>
          </p:nvPr>
        </p:nvSpPr>
        <p:spPr>
          <a:xfrm>
            <a:off x="6214745" y="11093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60"/>
            </p:custDataLst>
          </p:nvPr>
        </p:nvSpPr>
        <p:spPr>
          <a:xfrm>
            <a:off x="6410325" y="1485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l="-6522" t="-1026" r="-6522" b="-1026"/>
          <a:stretch>
            <a:fillRect/>
          </a:stretch>
        </p:blipFill>
        <p:spPr>
          <a:xfrm>
            <a:off x="6496050" y="1566545"/>
            <a:ext cx="247650" cy="25273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64"/>
            </p:custDataLst>
          </p:nvPr>
        </p:nvSpPr>
        <p:spPr>
          <a:xfrm>
            <a:off x="6943725" y="1537411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策略模式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65"/>
            </p:custDataLst>
          </p:nvPr>
        </p:nvSpPr>
        <p:spPr>
          <a:xfrm>
            <a:off x="6410325" y="2007946"/>
            <a:ext cx="2190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</a:t>
            </a:r>
            <a:r>
              <a:rPr lang="zh-CN"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计算核心</a:t>
            </a:r>
            <a:endParaRPr lang="zh-CN"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6"/>
            </p:custDataLst>
          </p:nvPr>
        </p:nvSpPr>
        <p:spPr>
          <a:xfrm>
            <a:off x="6410325" y="2381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3846" t="-16061" r="-3846" b="-16061"/>
          <a:stretch>
            <a:fillRect/>
          </a:stretch>
        </p:blipFill>
        <p:spPr>
          <a:xfrm>
            <a:off x="6477000" y="2442845"/>
            <a:ext cx="133350" cy="13843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70"/>
            </p:custDataLst>
          </p:nvPr>
        </p:nvSpPr>
        <p:spPr>
          <a:xfrm>
            <a:off x="6753225" y="2362219"/>
            <a:ext cx="60186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4.0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71"/>
            </p:custDataLst>
          </p:nvPr>
        </p:nvSpPr>
        <p:spPr>
          <a:xfrm>
            <a:off x="6410325" y="27311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3846" t="-10278" r="-3846" b="-10278"/>
          <a:stretch>
            <a:fillRect/>
          </a:stretch>
        </p:blipFill>
        <p:spPr>
          <a:xfrm>
            <a:off x="6477000" y="2793365"/>
            <a:ext cx="133350" cy="137795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5"/>
            </p:custDataLst>
          </p:nvPr>
        </p:nvSpPr>
        <p:spPr>
          <a:xfrm>
            <a:off x="6753225" y="2712710"/>
            <a:ext cx="60186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5.0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76"/>
            </p:custDataLst>
          </p:nvPr>
        </p:nvSpPr>
        <p:spPr>
          <a:xfrm>
            <a:off x="6410325" y="30816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 l="-7143" t="-5641" r="-7143" b="-5641"/>
          <a:stretch>
            <a:fillRect/>
          </a:stretch>
        </p:blipFill>
        <p:spPr>
          <a:xfrm>
            <a:off x="6467475" y="3143885"/>
            <a:ext cx="152400" cy="137795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80"/>
            </p:custDataLst>
          </p:nvPr>
        </p:nvSpPr>
        <p:spPr>
          <a:xfrm>
            <a:off x="6753225" y="3063202"/>
            <a:ext cx="10287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百分制加权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81"/>
            </p:custDataLst>
          </p:nvPr>
        </p:nvSpPr>
        <p:spPr>
          <a:xfrm>
            <a:off x="6214745" y="38525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>
            <p:custDataLst>
              <p:tags r:id="rId82"/>
            </p:custDataLst>
          </p:nvPr>
        </p:nvSpPr>
        <p:spPr>
          <a:xfrm>
            <a:off x="6410325" y="46215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496050" y="4702175"/>
            <a:ext cx="247650" cy="252730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86"/>
            </p:custDataLst>
          </p:nvPr>
        </p:nvSpPr>
        <p:spPr>
          <a:xfrm>
            <a:off x="6943725" y="467299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核心作用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87"/>
            </p:custDataLst>
          </p:nvPr>
        </p:nvSpPr>
        <p:spPr>
          <a:xfrm>
            <a:off x="6410325" y="5139718"/>
            <a:ext cx="21907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提高扩展性、降低代码耦合、可自由切换计算规则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88"/>
            </p:custDataLst>
          </p:nvPr>
        </p:nvSpPr>
        <p:spPr>
          <a:xfrm>
            <a:off x="9034145" y="11093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89"/>
            </p:custDataLst>
          </p:nvPr>
        </p:nvSpPr>
        <p:spPr>
          <a:xfrm>
            <a:off x="9229725" y="18364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90"/>
            </p:custDataLst>
          </p:nvPr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 l="-6522" t="-1026" r="-6522" b="-1026"/>
          <a:stretch>
            <a:fillRect/>
          </a:stretch>
        </p:blipFill>
        <p:spPr>
          <a:xfrm>
            <a:off x="9315450" y="1917065"/>
            <a:ext cx="247650" cy="25273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93"/>
            </p:custDataLst>
          </p:nvPr>
        </p:nvSpPr>
        <p:spPr>
          <a:xfrm>
            <a:off x="9763125" y="188790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单例模式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94"/>
            </p:custDataLst>
          </p:nvPr>
        </p:nvSpPr>
        <p:spPr>
          <a:xfrm>
            <a:off x="9229725" y="2358438"/>
            <a:ext cx="2190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框架机制</a:t>
            </a:r>
            <a:endParaRPr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95"/>
            </p:custDataLst>
          </p:nvPr>
        </p:nvSpPr>
        <p:spPr>
          <a:xfrm>
            <a:off x="9229725" y="27311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6" name="图片 65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9296400" y="2793365"/>
            <a:ext cx="133350" cy="137795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99"/>
            </p:custDataLst>
          </p:nvPr>
        </p:nvSpPr>
        <p:spPr>
          <a:xfrm>
            <a:off x="9572625" y="2712701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核心服务对象全局共享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100"/>
            </p:custDataLst>
          </p:nvPr>
        </p:nvSpPr>
        <p:spPr>
          <a:xfrm>
            <a:off x="9034145" y="3852545"/>
            <a:ext cx="2581275" cy="2619375"/>
          </a:xfrm>
          <a:custGeom>
            <a:avLst/>
            <a:gdLst>
              <a:gd name="sw" fmla="*/ 1 w 4065"/>
              <a:gd name="sh" fmla="*/ 1 h 4125"/>
              <a:gd name="mins" fmla="min sw sh"/>
              <a:gd name="dsw" fmla="+- 0 sw mins"/>
              <a:gd name="dsh" fmla="+- 0 sh mins"/>
              <a:gd name="p0x0" fmla="*/ 120 w 4065"/>
              <a:gd name="p0y0" fmla="*/ 0 h 4125"/>
              <a:gd name="p0x1" fmla="*/ 3945 w 4065"/>
              <a:gd name="p0y1" fmla="*/ 0 h 4125"/>
              <a:gd name="p0x2" fmla="*/ 4011 w 4065"/>
              <a:gd name="p0y2" fmla="*/ 0 h 4125"/>
              <a:gd name="p0x3" fmla="*/ 4065 w 4065"/>
              <a:gd name="p0y3" fmla="*/ 53 h 4125"/>
              <a:gd name="p0x4" fmla="*/ 4065 w 4065"/>
              <a:gd name="p0y4" fmla="*/ 120 h 4125"/>
              <a:gd name="p0x5" fmla="*/ 4065 w 4065"/>
              <a:gd name="p0y5" fmla="*/ 4005 h 4125"/>
              <a:gd name="p0x6" fmla="*/ 4065 w 4065"/>
              <a:gd name="p0y6" fmla="*/ 4071 h 4125"/>
              <a:gd name="p0x7" fmla="*/ 4011 w 4065"/>
              <a:gd name="p0y7" fmla="*/ 4125 h 4125"/>
              <a:gd name="p0x8" fmla="*/ 3945 w 4065"/>
              <a:gd name="p0y8" fmla="*/ 4125 h 4125"/>
              <a:gd name="p0x9" fmla="*/ 120 w 4065"/>
              <a:gd name="p0y9" fmla="*/ 4125 h 4125"/>
              <a:gd name="p0x10" fmla="*/ 53 w 4065"/>
              <a:gd name="p0y10" fmla="*/ 4125 h 4125"/>
              <a:gd name="p0x11" fmla="*/ 0 w 4065"/>
              <a:gd name="p0y11" fmla="*/ 4071 h 4125"/>
              <a:gd name="p0x12" fmla="*/ 0 w 4065"/>
              <a:gd name="p0y12" fmla="*/ 4005 h 4125"/>
              <a:gd name="p0x13" fmla="*/ 0 w 4065"/>
              <a:gd name="p0y13" fmla="*/ 120 h 4125"/>
              <a:gd name="p0x14" fmla="*/ 0 w 4065"/>
              <a:gd name="p0y14" fmla="*/ 53 h 4125"/>
              <a:gd name="p0x15" fmla="*/ 53 w 4065"/>
              <a:gd name="p0y15" fmla="*/ 0 h 4125"/>
              <a:gd name="p0x16" fmla="*/ 120 w 4065"/>
              <a:gd name="p0y16" fmla="*/ 0 h 4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>
            <p:custDataLst>
              <p:tags r:id="rId101"/>
            </p:custDataLst>
          </p:nvPr>
        </p:nvSpPr>
        <p:spPr>
          <a:xfrm>
            <a:off x="9229725" y="46215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102"/>
            </p:custDataLst>
          </p:nvPr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 l="-2000" t="-19825" r="-2000" b="-19825"/>
          <a:stretch>
            <a:fillRect/>
          </a:stretch>
        </p:blipFill>
        <p:spPr>
          <a:xfrm>
            <a:off x="9315450" y="4702175"/>
            <a:ext cx="247650" cy="2527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105"/>
            </p:custDataLst>
          </p:nvPr>
        </p:nvSpPr>
        <p:spPr>
          <a:xfrm>
            <a:off x="9763125" y="467299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核心作用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106"/>
            </p:custDataLst>
          </p:nvPr>
        </p:nvSpPr>
        <p:spPr>
          <a:xfrm>
            <a:off x="9229725" y="5139718"/>
            <a:ext cx="21907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节省资源、保证数据一致性、提升运行效率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前端设计模式应用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20 w 5469"/>
              <a:gd name="p0y0" fmla="*/ 0 h 8445"/>
              <a:gd name="p0x1" fmla="*/ 5349 w 5469"/>
              <a:gd name="p0y1" fmla="*/ 0 h 8445"/>
              <a:gd name="p0x2" fmla="*/ 5415 w 5469"/>
              <a:gd name="p0y2" fmla="*/ 0 h 8445"/>
              <a:gd name="p0x3" fmla="*/ 5469 w 5469"/>
              <a:gd name="p0y3" fmla="*/ 53 h 8445"/>
              <a:gd name="p0x4" fmla="*/ 5469 w 5469"/>
              <a:gd name="p0y4" fmla="*/ 120 h 8445"/>
              <a:gd name="p0x5" fmla="*/ 5469 w 5469"/>
              <a:gd name="p0y5" fmla="*/ 8325 h 8445"/>
              <a:gd name="p0x6" fmla="*/ 5469 w 5469"/>
              <a:gd name="p0y6" fmla="*/ 8391 h 8445"/>
              <a:gd name="p0x7" fmla="*/ 5415 w 5469"/>
              <a:gd name="p0y7" fmla="*/ 8445 h 8445"/>
              <a:gd name="p0x8" fmla="*/ 5349 w 5469"/>
              <a:gd name="p0y8" fmla="*/ 8445 h 8445"/>
              <a:gd name="p0x9" fmla="*/ 120 w 5469"/>
              <a:gd name="p0y9" fmla="*/ 8445 h 8445"/>
              <a:gd name="p0x10" fmla="*/ 53 w 5469"/>
              <a:gd name="p0y10" fmla="*/ 8445 h 8445"/>
              <a:gd name="p0x11" fmla="*/ 0 w 5469"/>
              <a:gd name="p0y11" fmla="*/ 8391 h 8445"/>
              <a:gd name="p0x12" fmla="*/ 0 w 5469"/>
              <a:gd name="p0y12" fmla="*/ 8325 h 8445"/>
              <a:gd name="p0x13" fmla="*/ 0 w 5469"/>
              <a:gd name="p0y13" fmla="*/ 120 h 8445"/>
              <a:gd name="p0x14" fmla="*/ 0 w 5469"/>
              <a:gd name="p0y14" fmla="*/ 53 h 8445"/>
              <a:gd name="p0x15" fmla="*/ 53 w 5469"/>
              <a:gd name="p0y15" fmla="*/ 0 h 8445"/>
              <a:gd name="p0x16" fmla="*/ 12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5107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259143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53754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组件化开发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1527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04875" y="3029036"/>
            <a:ext cx="6858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导航栏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5032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04875" y="3379527"/>
            <a:ext cx="6858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侧边栏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38538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04875" y="3730018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表格组件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771525" y="42037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904875" y="4080510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图表组件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771525" y="4507201"/>
            <a:ext cx="308268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作用：</a:t>
            </a: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提高复用性、结构清晰、易于维护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4306570" y="1109345"/>
            <a:ext cx="3578225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120 w 5635"/>
              <a:gd name="p0y0" fmla="*/ 0 h 8445"/>
              <a:gd name="p0x1" fmla="*/ 5515 w 5635"/>
              <a:gd name="p0y1" fmla="*/ 0 h 8445"/>
              <a:gd name="p0x2" fmla="*/ 5582 w 5635"/>
              <a:gd name="p0y2" fmla="*/ 0 h 8445"/>
              <a:gd name="p0x3" fmla="*/ 5635 w 5635"/>
              <a:gd name="p0y3" fmla="*/ 53 h 8445"/>
              <a:gd name="p0x4" fmla="*/ 5635 w 5635"/>
              <a:gd name="p0y4" fmla="*/ 120 h 8445"/>
              <a:gd name="p0x5" fmla="*/ 5635 w 5635"/>
              <a:gd name="p0y5" fmla="*/ 8325 h 8445"/>
              <a:gd name="p0x6" fmla="*/ 5635 w 5635"/>
              <a:gd name="p0y6" fmla="*/ 8391 h 8445"/>
              <a:gd name="p0x7" fmla="*/ 5582 w 5635"/>
              <a:gd name="p0y7" fmla="*/ 8445 h 8445"/>
              <a:gd name="p0x8" fmla="*/ 5515 w 5635"/>
              <a:gd name="p0y8" fmla="*/ 8445 h 8445"/>
              <a:gd name="p0x9" fmla="*/ 120 w 5635"/>
              <a:gd name="p0y9" fmla="*/ 8445 h 8445"/>
              <a:gd name="p0x10" fmla="*/ 53 w 5635"/>
              <a:gd name="p0y10" fmla="*/ 8445 h 8445"/>
              <a:gd name="p0x11" fmla="*/ 0 w 5635"/>
              <a:gd name="p0y11" fmla="*/ 8391 h 8445"/>
              <a:gd name="p0x12" fmla="*/ 0 w 5635"/>
              <a:gd name="p0y12" fmla="*/ 8325 h 8445"/>
              <a:gd name="p0x13" fmla="*/ 0 w 5635"/>
              <a:gd name="p0y13" fmla="*/ 120 h 8445"/>
              <a:gd name="p0x14" fmla="*/ 0 w 5635"/>
              <a:gd name="p0y14" fmla="*/ 53 h 8445"/>
              <a:gd name="p0x15" fmla="*/ 53 w 5635"/>
              <a:gd name="p0y15" fmla="*/ 0 h 8445"/>
              <a:gd name="p0x16" fmla="*/ 12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4501515" y="28232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4601845" y="2903855"/>
            <a:ext cx="219075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5035305" y="2849937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全局状态管理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4501515" y="34651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4635255" y="3341427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用户信息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501515" y="38157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635255" y="3691918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登录状态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7"/>
            </p:custDataLst>
          </p:nvPr>
        </p:nvSpPr>
        <p:spPr>
          <a:xfrm>
            <a:off x="4501515" y="41656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4635255" y="4042410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权限数据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4501905" y="4469101"/>
            <a:ext cx="325770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作用：</a:t>
            </a: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避免数据混乱、提高数据共享效率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0"/>
            </p:custDataLst>
          </p:nvPr>
        </p:nvSpPr>
        <p:spPr>
          <a:xfrm>
            <a:off x="8141970" y="1109345"/>
            <a:ext cx="3473450" cy="2600325"/>
          </a:xfrm>
          <a:custGeom>
            <a:avLst/>
            <a:gdLst>
              <a:gd name="sw" fmla="*/ 1 w 5469"/>
              <a:gd name="sh" fmla="*/ 1 h 4095"/>
              <a:gd name="mins" fmla="min sw sh"/>
              <a:gd name="dsw" fmla="+- 0 sw mins"/>
              <a:gd name="dsh" fmla="+- 0 sh mins"/>
              <a:gd name="p0x0" fmla="*/ 120 w 5469"/>
              <a:gd name="p0y0" fmla="*/ 0 h 4095"/>
              <a:gd name="p0x1" fmla="*/ 5349 w 5469"/>
              <a:gd name="p0y1" fmla="*/ 0 h 4095"/>
              <a:gd name="p0x2" fmla="*/ 5415 w 5469"/>
              <a:gd name="p0y2" fmla="*/ 0 h 4095"/>
              <a:gd name="p0x3" fmla="*/ 5469 w 5469"/>
              <a:gd name="p0y3" fmla="*/ 53 h 4095"/>
              <a:gd name="p0x4" fmla="*/ 5469 w 5469"/>
              <a:gd name="p0y4" fmla="*/ 120 h 4095"/>
              <a:gd name="p0x5" fmla="*/ 5469 w 5469"/>
              <a:gd name="p0y5" fmla="*/ 3975 h 4095"/>
              <a:gd name="p0x6" fmla="*/ 5469 w 5469"/>
              <a:gd name="p0y6" fmla="*/ 4041 h 4095"/>
              <a:gd name="p0x7" fmla="*/ 5415 w 5469"/>
              <a:gd name="p0y7" fmla="*/ 4095 h 4095"/>
              <a:gd name="p0x8" fmla="*/ 5349 w 5469"/>
              <a:gd name="p0y8" fmla="*/ 4095 h 4095"/>
              <a:gd name="p0x9" fmla="*/ 120 w 5469"/>
              <a:gd name="p0y9" fmla="*/ 4095 h 4095"/>
              <a:gd name="p0x10" fmla="*/ 53 w 5469"/>
              <a:gd name="p0y10" fmla="*/ 4095 h 4095"/>
              <a:gd name="p0x11" fmla="*/ 0 w 5469"/>
              <a:gd name="p0y11" fmla="*/ 4041 h 4095"/>
              <a:gd name="p0x12" fmla="*/ 0 w 5469"/>
              <a:gd name="p0y12" fmla="*/ 3975 h 4095"/>
              <a:gd name="p0x13" fmla="*/ 0 w 5469"/>
              <a:gd name="p0y13" fmla="*/ 120 h 4095"/>
              <a:gd name="p0x14" fmla="*/ 0 w 5469"/>
              <a:gd name="p0y14" fmla="*/ 53 h 4095"/>
              <a:gd name="p0x15" fmla="*/ 53 w 5469"/>
              <a:gd name="p0y15" fmla="*/ 0 h 4095"/>
              <a:gd name="p0x16" fmla="*/ 120 w 5469"/>
              <a:gd name="p0y16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1"/>
            </p:custDataLst>
          </p:nvPr>
        </p:nvSpPr>
        <p:spPr>
          <a:xfrm>
            <a:off x="8337550" y="16173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423275" y="1697990"/>
            <a:ext cx="247650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8871194" y="1644063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路由权限控制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6"/>
            </p:custDataLst>
          </p:nvPr>
        </p:nvSpPr>
        <p:spPr>
          <a:xfrm>
            <a:off x="8337550" y="22593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8471144" y="2135553"/>
            <a:ext cx="27432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未登录用户无法访问系统内部页面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8"/>
            </p:custDataLst>
          </p:nvPr>
        </p:nvSpPr>
        <p:spPr>
          <a:xfrm>
            <a:off x="8337550" y="260985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9"/>
            </p:custDataLst>
          </p:nvPr>
        </p:nvSpPr>
        <p:spPr>
          <a:xfrm>
            <a:off x="8471144" y="2486044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登录后才能进入功能模块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8337794" y="2912726"/>
            <a:ext cx="308625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作用：</a:t>
            </a: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提高系统安全性、防止非法访问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1"/>
            </p:custDataLst>
          </p:nvPr>
        </p:nvSpPr>
        <p:spPr>
          <a:xfrm>
            <a:off x="8141970" y="3871595"/>
            <a:ext cx="3473450" cy="2600325"/>
          </a:xfrm>
          <a:custGeom>
            <a:avLst/>
            <a:gdLst>
              <a:gd name="sw" fmla="*/ 1 w 5469"/>
              <a:gd name="sh" fmla="*/ 1 h 4095"/>
              <a:gd name="mins" fmla="min sw sh"/>
              <a:gd name="dsw" fmla="+- 0 sw mins"/>
              <a:gd name="dsh" fmla="+- 0 sh mins"/>
              <a:gd name="p0x0" fmla="*/ 120 w 5469"/>
              <a:gd name="p0y0" fmla="*/ 0 h 4095"/>
              <a:gd name="p0x1" fmla="*/ 5349 w 5469"/>
              <a:gd name="p0y1" fmla="*/ 0 h 4095"/>
              <a:gd name="p0x2" fmla="*/ 5415 w 5469"/>
              <a:gd name="p0y2" fmla="*/ 0 h 4095"/>
              <a:gd name="p0x3" fmla="*/ 5469 w 5469"/>
              <a:gd name="p0y3" fmla="*/ 53 h 4095"/>
              <a:gd name="p0x4" fmla="*/ 5469 w 5469"/>
              <a:gd name="p0y4" fmla="*/ 120 h 4095"/>
              <a:gd name="p0x5" fmla="*/ 5469 w 5469"/>
              <a:gd name="p0y5" fmla="*/ 3975 h 4095"/>
              <a:gd name="p0x6" fmla="*/ 5469 w 5469"/>
              <a:gd name="p0y6" fmla="*/ 4041 h 4095"/>
              <a:gd name="p0x7" fmla="*/ 5415 w 5469"/>
              <a:gd name="p0y7" fmla="*/ 4095 h 4095"/>
              <a:gd name="p0x8" fmla="*/ 5349 w 5469"/>
              <a:gd name="p0y8" fmla="*/ 4095 h 4095"/>
              <a:gd name="p0x9" fmla="*/ 120 w 5469"/>
              <a:gd name="p0y9" fmla="*/ 4095 h 4095"/>
              <a:gd name="p0x10" fmla="*/ 53 w 5469"/>
              <a:gd name="p0y10" fmla="*/ 4095 h 4095"/>
              <a:gd name="p0x11" fmla="*/ 0 w 5469"/>
              <a:gd name="p0y11" fmla="*/ 4041 h 4095"/>
              <a:gd name="p0x12" fmla="*/ 0 w 5469"/>
              <a:gd name="p0y12" fmla="*/ 3975 h 4095"/>
              <a:gd name="p0x13" fmla="*/ 0 w 5469"/>
              <a:gd name="p0y13" fmla="*/ 120 h 4095"/>
              <a:gd name="p0x14" fmla="*/ 0 w 5469"/>
              <a:gd name="p0y14" fmla="*/ 53 h 4095"/>
              <a:gd name="p0x15" fmla="*/ 53 w 5469"/>
              <a:gd name="p0y15" fmla="*/ 0 h 4095"/>
              <a:gd name="p0x16" fmla="*/ 120 w 5469"/>
              <a:gd name="p0y16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42"/>
            </p:custDataLst>
          </p:nvPr>
        </p:nvSpPr>
        <p:spPr>
          <a:xfrm>
            <a:off x="8337550" y="46310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4568" t="-1026" r="-4568" b="-1026"/>
          <a:stretch>
            <a:fillRect/>
          </a:stretch>
        </p:blipFill>
        <p:spPr>
          <a:xfrm>
            <a:off x="8406765" y="4711700"/>
            <a:ext cx="280670" cy="25273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46"/>
            </p:custDataLst>
          </p:nvPr>
        </p:nvSpPr>
        <p:spPr>
          <a:xfrm>
            <a:off x="8871194" y="4657754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设计优势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7"/>
            </p:custDataLst>
          </p:nvPr>
        </p:nvSpPr>
        <p:spPr>
          <a:xfrm>
            <a:off x="8337794" y="5149243"/>
            <a:ext cx="30826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前端架构清晰、代码可维护性强、用户体验流畅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4842510" cy="2581275"/>
          </a:xfrm>
          <a:custGeom>
            <a:avLst/>
            <a:gdLst>
              <a:gd name="sw" fmla="*/ 1 w 7625"/>
              <a:gd name="sh" fmla="*/ 1 h 4065"/>
              <a:gd name="mins" fmla="min sw sh"/>
              <a:gd name="dsw" fmla="+- 0 sw mins"/>
              <a:gd name="dsh" fmla="+- 0 sh mins"/>
              <a:gd name="p0x0" fmla="*/ 120 w 7625"/>
              <a:gd name="p0y0" fmla="*/ 0 h 4065"/>
              <a:gd name="p0x1" fmla="*/ 7505 w 7625"/>
              <a:gd name="p0y1" fmla="*/ 0 h 4065"/>
              <a:gd name="p0x2" fmla="*/ 7572 w 7625"/>
              <a:gd name="p0y2" fmla="*/ 0 h 4065"/>
              <a:gd name="p0x3" fmla="*/ 7625 w 7625"/>
              <a:gd name="p0y3" fmla="*/ 53 h 4065"/>
              <a:gd name="p0x4" fmla="*/ 7625 w 7625"/>
              <a:gd name="p0y4" fmla="*/ 120 h 4065"/>
              <a:gd name="p0x5" fmla="*/ 7625 w 7625"/>
              <a:gd name="p0y5" fmla="*/ 3945 h 4065"/>
              <a:gd name="p0x6" fmla="*/ 7625 w 7625"/>
              <a:gd name="p0y6" fmla="*/ 4011 h 4065"/>
              <a:gd name="p0x7" fmla="*/ 7572 w 7625"/>
              <a:gd name="p0y7" fmla="*/ 4065 h 4065"/>
              <a:gd name="p0x8" fmla="*/ 7505 w 7625"/>
              <a:gd name="p0y8" fmla="*/ 4065 h 4065"/>
              <a:gd name="p0x9" fmla="*/ 120 w 7625"/>
              <a:gd name="p0y9" fmla="*/ 4065 h 4065"/>
              <a:gd name="p0x10" fmla="*/ 53 w 7625"/>
              <a:gd name="p0y10" fmla="*/ 4065 h 4065"/>
              <a:gd name="p0x11" fmla="*/ 0 w 7625"/>
              <a:gd name="p0y11" fmla="*/ 4011 h 4065"/>
              <a:gd name="p0x12" fmla="*/ 0 w 7625"/>
              <a:gd name="p0y12" fmla="*/ 3945 h 4065"/>
              <a:gd name="p0x13" fmla="*/ 0 w 7625"/>
              <a:gd name="p0y13" fmla="*/ 120 h 4065"/>
              <a:gd name="p0x14" fmla="*/ 0 w 7625"/>
              <a:gd name="p0y14" fmla="*/ 53 h 4065"/>
              <a:gd name="p0x15" fmla="*/ 53 w 7625"/>
              <a:gd name="p0y15" fmla="*/ 0 h 4065"/>
              <a:gd name="p0x16" fmla="*/ 120 w 762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474470"/>
            <a:ext cx="44519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八大核心数据表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20142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3846" t="-3333" r="-3846" b="-3333"/>
          <a:stretch>
            <a:fillRect/>
          </a:stretch>
        </p:blipFill>
        <p:spPr>
          <a:xfrm>
            <a:off x="838200" y="2071370"/>
            <a:ext cx="133350" cy="1524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114425" y="2033588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用户表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3035300" y="20142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3101975" y="2071370"/>
            <a:ext cx="133350" cy="1524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3378470" y="2033588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课程表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771525" y="23571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-3333" b="-3333"/>
          <a:stretch>
            <a:fillRect/>
          </a:stretch>
        </p:blipFill>
        <p:spPr>
          <a:xfrm>
            <a:off x="828675" y="241427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114425" y="2376488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经历表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3035300" y="23571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3333" r="-3333"/>
          <a:stretch>
            <a:fillRect/>
          </a:stretch>
        </p:blipFill>
        <p:spPr>
          <a:xfrm>
            <a:off x="3092450" y="2414270"/>
            <a:ext cx="152400" cy="1524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3378470" y="2376488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成就表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771525" y="27000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12500" r="-12500"/>
          <a:stretch>
            <a:fillRect/>
          </a:stretch>
        </p:blipFill>
        <p:spPr>
          <a:xfrm>
            <a:off x="809625" y="2757170"/>
            <a:ext cx="1905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1114425" y="2719388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角色表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9"/>
            </p:custDataLst>
          </p:nvPr>
        </p:nvSpPr>
        <p:spPr>
          <a:xfrm>
            <a:off x="3035300" y="27000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3333" r="-3333"/>
          <a:stretch>
            <a:fillRect/>
          </a:stretch>
        </p:blipFill>
        <p:spPr>
          <a:xfrm>
            <a:off x="3092450" y="2757170"/>
            <a:ext cx="15240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3"/>
            </p:custDataLst>
          </p:nvPr>
        </p:nvSpPr>
        <p:spPr>
          <a:xfrm>
            <a:off x="3378470" y="2719388"/>
            <a:ext cx="119300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分析记录表</a:t>
            </a:r>
            <a:endParaRPr lang="zh-CN"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4"/>
            </p:custDataLst>
          </p:nvPr>
        </p:nvSpPr>
        <p:spPr>
          <a:xfrm>
            <a:off x="771525" y="30429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t="-3333" b="-3333"/>
          <a:stretch>
            <a:fillRect/>
          </a:stretch>
        </p:blipFill>
        <p:spPr>
          <a:xfrm>
            <a:off x="828675" y="3100070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1114425" y="3062288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系统设置表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9"/>
            </p:custDataLst>
          </p:nvPr>
        </p:nvSpPr>
        <p:spPr>
          <a:xfrm>
            <a:off x="3035300" y="30429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3101975" y="3100070"/>
            <a:ext cx="1333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3"/>
            </p:custDataLst>
          </p:nvPr>
        </p:nvSpPr>
        <p:spPr>
          <a:xfrm>
            <a:off x="3378470" y="3062288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数据操作记录表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4"/>
            </p:custDataLst>
          </p:nvPr>
        </p:nvSpPr>
        <p:spPr>
          <a:xfrm>
            <a:off x="575945" y="3890645"/>
            <a:ext cx="4842510" cy="2581275"/>
          </a:xfrm>
          <a:custGeom>
            <a:avLst/>
            <a:gdLst>
              <a:gd name="sw" fmla="*/ 1 w 7625"/>
              <a:gd name="sh" fmla="*/ 1 h 4065"/>
              <a:gd name="mins" fmla="min sw sh"/>
              <a:gd name="dsw" fmla="+- 0 sw mins"/>
              <a:gd name="dsh" fmla="+- 0 sh mins"/>
              <a:gd name="p0x0" fmla="*/ 120 w 7625"/>
              <a:gd name="p0y0" fmla="*/ 0 h 4065"/>
              <a:gd name="p0x1" fmla="*/ 7505 w 7625"/>
              <a:gd name="p0y1" fmla="*/ 0 h 4065"/>
              <a:gd name="p0x2" fmla="*/ 7572 w 7625"/>
              <a:gd name="p0y2" fmla="*/ 0 h 4065"/>
              <a:gd name="p0x3" fmla="*/ 7625 w 7625"/>
              <a:gd name="p0y3" fmla="*/ 53 h 4065"/>
              <a:gd name="p0x4" fmla="*/ 7625 w 7625"/>
              <a:gd name="p0y4" fmla="*/ 120 h 4065"/>
              <a:gd name="p0x5" fmla="*/ 7625 w 7625"/>
              <a:gd name="p0y5" fmla="*/ 3945 h 4065"/>
              <a:gd name="p0x6" fmla="*/ 7625 w 7625"/>
              <a:gd name="p0y6" fmla="*/ 4011 h 4065"/>
              <a:gd name="p0x7" fmla="*/ 7572 w 7625"/>
              <a:gd name="p0y7" fmla="*/ 4065 h 4065"/>
              <a:gd name="p0x8" fmla="*/ 7505 w 7625"/>
              <a:gd name="p0y8" fmla="*/ 4065 h 4065"/>
              <a:gd name="p0x9" fmla="*/ 120 w 7625"/>
              <a:gd name="p0y9" fmla="*/ 4065 h 4065"/>
              <a:gd name="p0x10" fmla="*/ 53 w 7625"/>
              <a:gd name="p0y10" fmla="*/ 4065 h 4065"/>
              <a:gd name="p0x11" fmla="*/ 0 w 7625"/>
              <a:gd name="p0y11" fmla="*/ 4011 h 4065"/>
              <a:gd name="p0x12" fmla="*/ 0 w 7625"/>
              <a:gd name="p0y12" fmla="*/ 3945 h 4065"/>
              <a:gd name="p0x13" fmla="*/ 0 w 7625"/>
              <a:gd name="p0y13" fmla="*/ 120 h 4065"/>
              <a:gd name="p0x14" fmla="*/ 0 w 7625"/>
              <a:gd name="p0y14" fmla="*/ 53 h 4065"/>
              <a:gd name="p0x15" fmla="*/ 53 w 7625"/>
              <a:gd name="p0y15" fmla="*/ 0 h 4065"/>
              <a:gd name="p0x16" fmla="*/ 120 w 762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45"/>
            </p:custDataLst>
          </p:nvPr>
        </p:nvSpPr>
        <p:spPr>
          <a:xfrm>
            <a:off x="771525" y="4084320"/>
            <a:ext cx="44519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关系结构设计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6"/>
            </p:custDataLst>
          </p:nvPr>
        </p:nvSpPr>
        <p:spPr>
          <a:xfrm>
            <a:off x="771525" y="46240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819150" y="4681220"/>
            <a:ext cx="1714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50"/>
            </p:custDataLst>
          </p:nvPr>
        </p:nvSpPr>
        <p:spPr>
          <a:xfrm>
            <a:off x="1114425" y="4643438"/>
            <a:ext cx="188617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一个用户对应</a:t>
            </a:r>
            <a:r>
              <a:rPr sz="135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多个</a:t>
            </a: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课程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51"/>
            </p:custDataLst>
          </p:nvPr>
        </p:nvSpPr>
        <p:spPr>
          <a:xfrm>
            <a:off x="771525" y="49669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t="-3333" b="-3333"/>
          <a:stretch>
            <a:fillRect/>
          </a:stretch>
        </p:blipFill>
        <p:spPr>
          <a:xfrm>
            <a:off x="828675" y="5024120"/>
            <a:ext cx="1524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5"/>
            </p:custDataLst>
          </p:nvPr>
        </p:nvSpPr>
        <p:spPr>
          <a:xfrm>
            <a:off x="1114425" y="4986338"/>
            <a:ext cx="188617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一个用户对应</a:t>
            </a:r>
            <a:r>
              <a:rPr sz="135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多个</a:t>
            </a: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经历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6"/>
            </p:custDataLst>
          </p:nvPr>
        </p:nvSpPr>
        <p:spPr>
          <a:xfrm>
            <a:off x="771525" y="53098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857250" y="5367020"/>
            <a:ext cx="9525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60"/>
            </p:custDataLst>
          </p:nvPr>
        </p:nvSpPr>
        <p:spPr>
          <a:xfrm>
            <a:off x="1114425" y="5329238"/>
            <a:ext cx="188617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一个用户对应</a:t>
            </a:r>
            <a:r>
              <a:rPr sz="135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多个</a:t>
            </a: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成就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61"/>
            </p:custDataLst>
          </p:nvPr>
        </p:nvSpPr>
        <p:spPr>
          <a:xfrm>
            <a:off x="771525" y="56527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t="-3333" b="-3333"/>
          <a:stretch>
            <a:fillRect/>
          </a:stretch>
        </p:blipFill>
        <p:spPr>
          <a:xfrm>
            <a:off x="828675" y="5709920"/>
            <a:ext cx="152400" cy="15240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65"/>
            </p:custDataLst>
          </p:nvPr>
        </p:nvSpPr>
        <p:spPr>
          <a:xfrm>
            <a:off x="1114425" y="5672138"/>
            <a:ext cx="188617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一个用户对应</a:t>
            </a:r>
            <a:r>
              <a:rPr sz="135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多个</a:t>
            </a: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66"/>
            </p:custDataLst>
          </p:nvPr>
        </p:nvSpPr>
        <p:spPr>
          <a:xfrm>
            <a:off x="771525" y="59956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7955" r="-7955"/>
          <a:stretch>
            <a:fillRect/>
          </a:stretch>
        </p:blipFill>
        <p:spPr>
          <a:xfrm>
            <a:off x="847725" y="6052820"/>
            <a:ext cx="114300" cy="15240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70"/>
            </p:custDataLst>
          </p:nvPr>
        </p:nvSpPr>
        <p:spPr>
          <a:xfrm>
            <a:off x="1114425" y="6015038"/>
            <a:ext cx="188617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一个用户对应</a:t>
            </a:r>
            <a:r>
              <a:rPr sz="135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设置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71"/>
            </p:custDataLst>
          </p:nvPr>
        </p:nvSpPr>
        <p:spPr>
          <a:xfrm>
            <a:off x="5694680" y="1109345"/>
            <a:ext cx="5920740" cy="1851025"/>
          </a:xfrm>
          <a:custGeom>
            <a:avLst/>
            <a:gdLst>
              <a:gd name="sw" fmla="*/ 1 w 9324"/>
              <a:gd name="sh" fmla="*/ 1 h 2915"/>
              <a:gd name="mins" fmla="min sw sh"/>
              <a:gd name="dsw" fmla="+- 0 sw mins"/>
              <a:gd name="dsh" fmla="+- 0 sh mins"/>
              <a:gd name="p0x0" fmla="*/ 120 w 9324"/>
              <a:gd name="p0y0" fmla="*/ 0 h 2915"/>
              <a:gd name="p0x1" fmla="*/ 9204 w 9324"/>
              <a:gd name="p0y1" fmla="*/ 0 h 2915"/>
              <a:gd name="p0x2" fmla="*/ 9270 w 9324"/>
              <a:gd name="p0y2" fmla="*/ 0 h 2915"/>
              <a:gd name="p0x3" fmla="*/ 9324 w 9324"/>
              <a:gd name="p0y3" fmla="*/ 53 h 2915"/>
              <a:gd name="p0x4" fmla="*/ 9324 w 9324"/>
              <a:gd name="p0y4" fmla="*/ 120 h 2915"/>
              <a:gd name="p0x5" fmla="*/ 9324 w 9324"/>
              <a:gd name="p0y5" fmla="*/ 2795 h 2915"/>
              <a:gd name="p0x6" fmla="*/ 9324 w 9324"/>
              <a:gd name="p0y6" fmla="*/ 2861 h 2915"/>
              <a:gd name="p0x7" fmla="*/ 9270 w 9324"/>
              <a:gd name="p0y7" fmla="*/ 2915 h 2915"/>
              <a:gd name="p0x8" fmla="*/ 9204 w 9324"/>
              <a:gd name="p0y8" fmla="*/ 2915 h 2915"/>
              <a:gd name="p0x9" fmla="*/ 120 w 9324"/>
              <a:gd name="p0y9" fmla="*/ 2915 h 2915"/>
              <a:gd name="p0x10" fmla="*/ 53 w 9324"/>
              <a:gd name="p0y10" fmla="*/ 2915 h 2915"/>
              <a:gd name="p0x11" fmla="*/ 0 w 9324"/>
              <a:gd name="p0y11" fmla="*/ 2861 h 2915"/>
              <a:gd name="p0x12" fmla="*/ 0 w 9324"/>
              <a:gd name="p0y12" fmla="*/ 2795 h 2915"/>
              <a:gd name="p0x13" fmla="*/ 0 w 9324"/>
              <a:gd name="p0y13" fmla="*/ 120 h 2915"/>
              <a:gd name="p0x14" fmla="*/ 0 w 9324"/>
              <a:gd name="p0y14" fmla="*/ 53 h 2915"/>
              <a:gd name="p0x15" fmla="*/ 53 w 9324"/>
              <a:gd name="p0y15" fmla="*/ 0 h 2915"/>
              <a:gd name="p0x16" fmla="*/ 120 w 9324"/>
              <a:gd name="p0y16" fmla="*/ 0 h 2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72"/>
            </p:custDataLst>
          </p:nvPr>
        </p:nvSpPr>
        <p:spPr>
          <a:xfrm>
            <a:off x="58896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5989955" y="1385570"/>
            <a:ext cx="219075" cy="25273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76"/>
            </p:custDataLst>
          </p:nvPr>
        </p:nvSpPr>
        <p:spPr>
          <a:xfrm>
            <a:off x="6423641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设计原则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77"/>
            </p:custDataLst>
          </p:nvPr>
        </p:nvSpPr>
        <p:spPr>
          <a:xfrm>
            <a:off x="5890241" y="1862138"/>
            <a:ext cx="5530234" cy="1166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  <a:spcAft>
                <a:spcPts val="715"/>
              </a:spcAft>
            </a:pPr>
            <a:r>
              <a:rPr sz="1500" b="1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遵循数据库范式规范</a:t>
            </a: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，通过合理的表结构设计与关系建模，确保数据的完整性与一致性。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支持高效查询与水平扩展，满足业务增长需求。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78"/>
            </p:custDataLst>
          </p:nvPr>
        </p:nvSpPr>
        <p:spPr>
          <a:xfrm>
            <a:off x="5694680" y="3160395"/>
            <a:ext cx="5920740" cy="3311525"/>
          </a:xfrm>
          <a:custGeom>
            <a:avLst/>
            <a:gdLst>
              <a:gd name="sw" fmla="*/ 1 w 9324"/>
              <a:gd name="sh" fmla="*/ 1 h 5214"/>
              <a:gd name="mins" fmla="min sw sh"/>
              <a:gd name="dsw" fmla="+- 0 sw mins"/>
              <a:gd name="dsh" fmla="+- 0 sh mins"/>
              <a:gd name="p0a3dx" fmla="*/ dsw 9088 1"/>
              <a:gd name="p0a3dy" fmla="*/ dsh 5097 1"/>
              <a:gd name="p0x0" fmla="*/ 120 w 9324"/>
              <a:gd name="p0y0" fmla="*/ 0 h 5214"/>
              <a:gd name="p0x1" fmla="*/ 9204 w 9324"/>
              <a:gd name="p0y1" fmla="*/ 0 h 5214"/>
              <a:gd name="p0x2" fmla="*/ 9270 w 9324"/>
              <a:gd name="p0y2" fmla="*/ 0 h 5214"/>
              <a:gd name="p0x3" fmla="*/ 9324 w 9324"/>
              <a:gd name="p0y3" fmla="*/ 53 h 5214"/>
              <a:gd name="p0x4" fmla="*/ 9324 w 9324"/>
              <a:gd name="p0y4" fmla="*/ 120 h 5214"/>
              <a:gd name="p0x5" fmla="*/ 9324 w 9324"/>
              <a:gd name="p0y5" fmla="*/ 5094 h 5214"/>
              <a:gd name="p0x6" fmla="*/ 9324 w 9324"/>
              <a:gd name="p0y6" fmla="*/ 5161 h 5214"/>
              <a:gd name="p0x7" fmla="*/ 9270 w 9324"/>
              <a:gd name="p0y7" fmla="*/ 5214 h 5214"/>
              <a:gd name="p0x8" fmla="*/ 9204 w 9324"/>
              <a:gd name="p0y8" fmla="*/ 5214 h 5214"/>
              <a:gd name="p0x9" fmla="*/ 120 w 9324"/>
              <a:gd name="p0y9" fmla="*/ 5214 h 5214"/>
              <a:gd name="p0x10" fmla="*/ 53 w 9324"/>
              <a:gd name="p0y10" fmla="*/ 5214 h 5214"/>
              <a:gd name="p0x11" fmla="*/ 0 w 9324"/>
              <a:gd name="p0y11" fmla="*/ 5161 h 5214"/>
              <a:gd name="p0x12" fmla="*/ 0 w 9324"/>
              <a:gd name="p0y12" fmla="*/ 5094 h 5214"/>
              <a:gd name="p0x13" fmla="*/ 0 w 9324"/>
              <a:gd name="p0y13" fmla="*/ 120 h 5214"/>
              <a:gd name="p0x14" fmla="*/ 0 w 9324"/>
              <a:gd name="p0y14" fmla="*/ 53 h 5214"/>
              <a:gd name="p0x15" fmla="*/ 53 w 9324"/>
              <a:gd name="p0y15" fmla="*/ 0 h 5214"/>
              <a:gd name="p0x16" fmla="*/ 120 w 9324"/>
              <a:gd name="p0y16" fmla="*/ 0 h 52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79"/>
            </p:custDataLst>
          </p:nvPr>
        </p:nvSpPr>
        <p:spPr>
          <a:xfrm>
            <a:off x="5889625" y="33559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75350" y="3436620"/>
            <a:ext cx="247650" cy="25273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83"/>
            </p:custDataLst>
          </p:nvPr>
        </p:nvSpPr>
        <p:spPr>
          <a:xfrm>
            <a:off x="6423641" y="3382670"/>
            <a:ext cx="169254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</a:t>
            </a:r>
            <a:r>
              <a:rPr 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关系示意</a:t>
            </a:r>
            <a:endParaRPr 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84"/>
            </p:custDataLst>
          </p:nvPr>
        </p:nvSpPr>
        <p:spPr>
          <a:xfrm>
            <a:off x="5889625" y="4111625"/>
            <a:ext cx="5530850" cy="426720"/>
          </a:xfrm>
          <a:custGeom>
            <a:avLst/>
            <a:gdLst>
              <a:gd name="sw" fmla="*/ 1 w 8709"/>
              <a:gd name="sh" fmla="*/ 1 h 671"/>
              <a:gd name="mins" fmla="min sw sh"/>
              <a:gd name="dsw" fmla="+- 0 sw mins"/>
              <a:gd name="dsh" fmla="+- 0 sh mins"/>
              <a:gd name="p0x0" fmla="*/ 120 w 8709"/>
              <a:gd name="p0y0" fmla="*/ 0 h 671"/>
              <a:gd name="p0x1" fmla="*/ 8589 w 8709"/>
              <a:gd name="p0y1" fmla="*/ 0 h 671"/>
              <a:gd name="p0x2" fmla="*/ 8655 w 8709"/>
              <a:gd name="p0y2" fmla="*/ 0 h 671"/>
              <a:gd name="p0x3" fmla="*/ 8709 w 8709"/>
              <a:gd name="p0y3" fmla="*/ 53 h 671"/>
              <a:gd name="p0x4" fmla="*/ 8709 w 8709"/>
              <a:gd name="p0y4" fmla="*/ 120 h 671"/>
              <a:gd name="p0x5" fmla="*/ 8709 w 8709"/>
              <a:gd name="p0y5" fmla="*/ 551 h 671"/>
              <a:gd name="p0x6" fmla="*/ 8709 w 8709"/>
              <a:gd name="p0y6" fmla="*/ 618 h 671"/>
              <a:gd name="p0x7" fmla="*/ 8655 w 8709"/>
              <a:gd name="p0y7" fmla="*/ 671 h 671"/>
              <a:gd name="p0x8" fmla="*/ 8589 w 8709"/>
              <a:gd name="p0y8" fmla="*/ 671 h 671"/>
              <a:gd name="p0x9" fmla="*/ 120 w 8709"/>
              <a:gd name="p0y9" fmla="*/ 671 h 671"/>
              <a:gd name="p0x10" fmla="*/ 53 w 8709"/>
              <a:gd name="p0y10" fmla="*/ 671 h 671"/>
              <a:gd name="p0x11" fmla="*/ 0 w 8709"/>
              <a:gd name="p0y11" fmla="*/ 618 h 671"/>
              <a:gd name="p0x12" fmla="*/ 0 w 8709"/>
              <a:gd name="p0y12" fmla="*/ 551 h 671"/>
              <a:gd name="p0x13" fmla="*/ 0 w 8709"/>
              <a:gd name="p0y13" fmla="*/ 120 h 671"/>
              <a:gd name="p0x14" fmla="*/ 0 w 8709"/>
              <a:gd name="p0y14" fmla="*/ 53 h 671"/>
              <a:gd name="p0x15" fmla="*/ 53 w 8709"/>
              <a:gd name="p0y15" fmla="*/ 0 h 671"/>
              <a:gd name="p0x16" fmla="*/ 120 w 8709"/>
              <a:gd name="p0y16" fmla="*/ 0 h 6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85"/>
            </p:custDataLst>
          </p:nvPr>
        </p:nvSpPr>
        <p:spPr>
          <a:xfrm>
            <a:off x="6004541" y="4172636"/>
            <a:ext cx="7620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用户表</a:t>
            </a:r>
            <a:endParaRPr sz="135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86"/>
            </p:custDataLst>
          </p:nvPr>
        </p:nvSpPr>
        <p:spPr>
          <a:xfrm>
            <a:off x="6842741" y="4172636"/>
            <a:ext cx="245604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← </a:t>
            </a:r>
            <a:r>
              <a:rPr lang="zh-CN"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中心实体，关联所有业务表</a:t>
            </a:r>
            <a:endParaRPr lang="zh-CN"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87"/>
            </p:custDataLst>
          </p:nvPr>
        </p:nvSpPr>
        <p:spPr>
          <a:xfrm>
            <a:off x="6042641" y="4637427"/>
            <a:ext cx="108138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├─ 1:N →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88"/>
            </p:custDataLst>
          </p:nvPr>
        </p:nvSpPr>
        <p:spPr>
          <a:xfrm>
            <a:off x="6990674" y="4637427"/>
            <a:ext cx="29337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课程表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经历表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成就表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角色表</a:t>
            </a:r>
            <a:endParaRPr lang="zh-CN" altLang="en-US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89"/>
            </p:custDataLst>
          </p:nvPr>
        </p:nvSpPr>
        <p:spPr>
          <a:xfrm>
            <a:off x="6042641" y="5026019"/>
            <a:ext cx="108138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├─ 1:N →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90"/>
            </p:custDataLst>
          </p:nvPr>
        </p:nvSpPr>
        <p:spPr>
          <a:xfrm>
            <a:off x="6990674" y="5026019"/>
            <a:ext cx="273605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分析记录表（按用户维度聚合）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91"/>
            </p:custDataLst>
          </p:nvPr>
        </p:nvSpPr>
        <p:spPr>
          <a:xfrm>
            <a:off x="6042641" y="5414610"/>
            <a:ext cx="105616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├─ 1:1 →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92"/>
            </p:custDataLst>
          </p:nvPr>
        </p:nvSpPr>
        <p:spPr>
          <a:xfrm>
            <a:off x="6965452" y="5414610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系统设置表（用户级配置）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93"/>
            </p:custDataLst>
          </p:nvPr>
        </p:nvSpPr>
        <p:spPr>
          <a:xfrm>
            <a:off x="6042641" y="5803192"/>
            <a:ext cx="108138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└─ 1:N →</a:t>
            </a:r>
            <a:endParaRPr sz="135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94"/>
            </p:custDataLst>
          </p:nvPr>
        </p:nvSpPr>
        <p:spPr>
          <a:xfrm>
            <a:off x="6990674" y="5803192"/>
            <a:ext cx="24003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数据操作记录表（审计追踪）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接口设计与系统实现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4303395" cy="1654175"/>
          </a:xfrm>
          <a:custGeom>
            <a:avLst/>
            <a:gdLst>
              <a:gd name="sw" fmla="*/ 1 w 6776"/>
              <a:gd name="sh" fmla="*/ 1 h 2604"/>
              <a:gd name="mins" fmla="min sw sh"/>
              <a:gd name="dsw" fmla="+- 0 sw mins"/>
              <a:gd name="dsh" fmla="+- 0 sh mins"/>
              <a:gd name="p0x0" fmla="*/ 120 w 6776"/>
              <a:gd name="p0y0" fmla="*/ 0 h 2604"/>
              <a:gd name="p0x1" fmla="*/ 6656 w 6776"/>
              <a:gd name="p0y1" fmla="*/ 0 h 2604"/>
              <a:gd name="p0x2" fmla="*/ 6723 w 6776"/>
              <a:gd name="p0y2" fmla="*/ 0 h 2604"/>
              <a:gd name="p0x3" fmla="*/ 6776 w 6776"/>
              <a:gd name="p0y3" fmla="*/ 53 h 2604"/>
              <a:gd name="p0x4" fmla="*/ 6776 w 6776"/>
              <a:gd name="p0y4" fmla="*/ 120 h 2604"/>
              <a:gd name="p0x5" fmla="*/ 6776 w 6776"/>
              <a:gd name="p0y5" fmla="*/ 2484 h 2604"/>
              <a:gd name="p0x6" fmla="*/ 6776 w 6776"/>
              <a:gd name="p0y6" fmla="*/ 2551 h 2604"/>
              <a:gd name="p0x7" fmla="*/ 6723 w 6776"/>
              <a:gd name="p0y7" fmla="*/ 2604 h 2604"/>
              <a:gd name="p0x8" fmla="*/ 6656 w 6776"/>
              <a:gd name="p0y8" fmla="*/ 2604 h 2604"/>
              <a:gd name="p0x9" fmla="*/ 120 w 6776"/>
              <a:gd name="p0y9" fmla="*/ 2604 h 2604"/>
              <a:gd name="p0x10" fmla="*/ 53 w 6776"/>
              <a:gd name="p0y10" fmla="*/ 2604 h 2604"/>
              <a:gd name="p0x11" fmla="*/ 0 w 6776"/>
              <a:gd name="p0y11" fmla="*/ 2551 h 2604"/>
              <a:gd name="p0x12" fmla="*/ 0 w 6776"/>
              <a:gd name="p0y12" fmla="*/ 2484 h 2604"/>
              <a:gd name="p0x13" fmla="*/ 0 w 6776"/>
              <a:gd name="p0y13" fmla="*/ 120 h 2604"/>
              <a:gd name="p0x14" fmla="*/ 0 w 6776"/>
              <a:gd name="p0y14" fmla="*/ 53 h 2604"/>
              <a:gd name="p0x15" fmla="*/ 53 w 6776"/>
              <a:gd name="p0y15" fmla="*/ 0 h 2604"/>
              <a:gd name="p0x16" fmla="*/ 120 w 6776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760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38" t="-10152" r="-2738" b="-10152"/>
          <a:stretch>
            <a:fillRect/>
          </a:stretch>
        </p:blipFill>
        <p:spPr>
          <a:xfrm>
            <a:off x="840105" y="1457325"/>
            <a:ext cx="28130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436189"/>
            <a:ext cx="1732359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</a:t>
            </a:r>
            <a:r>
              <a:rPr lang="zh-CN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风格接口</a:t>
            </a:r>
            <a:endParaRPr lang="zh-CN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932918"/>
            <a:ext cx="39128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采用标准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架构风格，资源导向设计，支持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方法规范操作</a:t>
            </a:r>
            <a:endParaRPr lang="zh-CN" altLang="en-US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963545"/>
            <a:ext cx="4303395" cy="1654175"/>
          </a:xfrm>
          <a:custGeom>
            <a:avLst/>
            <a:gdLst>
              <a:gd name="sw" fmla="*/ 1 w 6776"/>
              <a:gd name="sh" fmla="*/ 1 h 2604"/>
              <a:gd name="mins" fmla="min sw sh"/>
              <a:gd name="dsw" fmla="+- 0 sw mins"/>
              <a:gd name="dsh" fmla="+- 0 sh mins"/>
              <a:gd name="p0x0" fmla="*/ 120 w 6776"/>
              <a:gd name="p0y0" fmla="*/ 0 h 2604"/>
              <a:gd name="p0x1" fmla="*/ 6656 w 6776"/>
              <a:gd name="p0y1" fmla="*/ 0 h 2604"/>
              <a:gd name="p0x2" fmla="*/ 6723 w 6776"/>
              <a:gd name="p0y2" fmla="*/ 0 h 2604"/>
              <a:gd name="p0x3" fmla="*/ 6776 w 6776"/>
              <a:gd name="p0y3" fmla="*/ 53 h 2604"/>
              <a:gd name="p0x4" fmla="*/ 6776 w 6776"/>
              <a:gd name="p0y4" fmla="*/ 120 h 2604"/>
              <a:gd name="p0x5" fmla="*/ 6776 w 6776"/>
              <a:gd name="p0y5" fmla="*/ 2484 h 2604"/>
              <a:gd name="p0x6" fmla="*/ 6776 w 6776"/>
              <a:gd name="p0y6" fmla="*/ 2551 h 2604"/>
              <a:gd name="p0x7" fmla="*/ 6723 w 6776"/>
              <a:gd name="p0y7" fmla="*/ 2604 h 2604"/>
              <a:gd name="p0x8" fmla="*/ 6656 w 6776"/>
              <a:gd name="p0y8" fmla="*/ 2604 h 2604"/>
              <a:gd name="p0x9" fmla="*/ 120 w 6776"/>
              <a:gd name="p0y9" fmla="*/ 2604 h 2604"/>
              <a:gd name="p0x10" fmla="*/ 53 w 6776"/>
              <a:gd name="p0y10" fmla="*/ 2604 h 2604"/>
              <a:gd name="p0x11" fmla="*/ 0 w 6776"/>
              <a:gd name="p0y11" fmla="*/ 2551 h 2604"/>
              <a:gd name="p0x12" fmla="*/ 0 w 6776"/>
              <a:gd name="p0y12" fmla="*/ 2484 h 2604"/>
              <a:gd name="p0x13" fmla="*/ 0 w 6776"/>
              <a:gd name="p0y13" fmla="*/ 120 h 2604"/>
              <a:gd name="p0x14" fmla="*/ 0 w 6776"/>
              <a:gd name="p0y14" fmla="*/ 53 h 2604"/>
              <a:gd name="p0x15" fmla="*/ 53 w 6776"/>
              <a:gd name="p0y15" fmla="*/ 0 h 2604"/>
              <a:gd name="p0x16" fmla="*/ 120 w 6776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2302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738" t="-2933" r="-2738" b="-2933"/>
          <a:stretch>
            <a:fillRect/>
          </a:stretch>
        </p:blipFill>
        <p:spPr>
          <a:xfrm>
            <a:off x="840105" y="3311525"/>
            <a:ext cx="281305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3290364"/>
            <a:ext cx="177582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r>
              <a:rPr lang="zh-CN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数据格式</a:t>
            </a:r>
            <a:endParaRPr lang="zh-CN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3787092"/>
            <a:ext cx="39128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轻量级数据交换格式，易于人阅读和编写，便于机器解析和生成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4817745"/>
            <a:ext cx="4303395" cy="1654175"/>
          </a:xfrm>
          <a:custGeom>
            <a:avLst/>
            <a:gdLst>
              <a:gd name="sw" fmla="*/ 1 w 6776"/>
              <a:gd name="sh" fmla="*/ 1 h 2604"/>
              <a:gd name="mins" fmla="min sw sh"/>
              <a:gd name="dsw" fmla="+- 0 sw mins"/>
              <a:gd name="dsh" fmla="+- 0 sh mins"/>
              <a:gd name="p0x0" fmla="*/ 120 w 6776"/>
              <a:gd name="p0y0" fmla="*/ 0 h 2604"/>
              <a:gd name="p0x1" fmla="*/ 6656 w 6776"/>
              <a:gd name="p0y1" fmla="*/ 0 h 2604"/>
              <a:gd name="p0x2" fmla="*/ 6723 w 6776"/>
              <a:gd name="p0y2" fmla="*/ 0 h 2604"/>
              <a:gd name="p0x3" fmla="*/ 6776 w 6776"/>
              <a:gd name="p0y3" fmla="*/ 53 h 2604"/>
              <a:gd name="p0x4" fmla="*/ 6776 w 6776"/>
              <a:gd name="p0y4" fmla="*/ 120 h 2604"/>
              <a:gd name="p0x5" fmla="*/ 6776 w 6776"/>
              <a:gd name="p0y5" fmla="*/ 2484 h 2604"/>
              <a:gd name="p0x6" fmla="*/ 6776 w 6776"/>
              <a:gd name="p0y6" fmla="*/ 2551 h 2604"/>
              <a:gd name="p0x7" fmla="*/ 6723 w 6776"/>
              <a:gd name="p0y7" fmla="*/ 2604 h 2604"/>
              <a:gd name="p0x8" fmla="*/ 6656 w 6776"/>
              <a:gd name="p0y8" fmla="*/ 2604 h 2604"/>
              <a:gd name="p0x9" fmla="*/ 120 w 6776"/>
              <a:gd name="p0y9" fmla="*/ 2604 h 2604"/>
              <a:gd name="p0x10" fmla="*/ 53 w 6776"/>
              <a:gd name="p0y10" fmla="*/ 2604 h 2604"/>
              <a:gd name="p0x11" fmla="*/ 0 w 6776"/>
              <a:gd name="p0y11" fmla="*/ 2551 h 2604"/>
              <a:gd name="p0x12" fmla="*/ 0 w 6776"/>
              <a:gd name="p0y12" fmla="*/ 2484 h 2604"/>
              <a:gd name="p0x13" fmla="*/ 0 w 6776"/>
              <a:gd name="p0y13" fmla="*/ 120 h 2604"/>
              <a:gd name="p0x14" fmla="*/ 0 w 6776"/>
              <a:gd name="p0y14" fmla="*/ 53 h 2604"/>
              <a:gd name="p0x15" fmla="*/ 53 w 6776"/>
              <a:gd name="p0y15" fmla="*/ 0 h 2604"/>
              <a:gd name="p0x16" fmla="*/ 120 w 6776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50844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857250" y="5165725"/>
            <a:ext cx="247650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04925" y="5144538"/>
            <a:ext cx="163814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</a:t>
            </a:r>
            <a:r>
              <a:rPr lang="zh-CN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认证机制</a:t>
            </a:r>
            <a:endParaRPr lang="zh-CN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5641267"/>
            <a:ext cx="39128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统一身份认证机制，基于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Web Token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实现安全无状态认证</a:t>
            </a:r>
            <a:endParaRPr lang="zh-CN" altLang="en-US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155565" y="1109345"/>
            <a:ext cx="6459855" cy="4053205"/>
          </a:xfrm>
          <a:custGeom>
            <a:avLst/>
            <a:gdLst>
              <a:gd name="sw" fmla="*/ 1 w 10173"/>
              <a:gd name="sh" fmla="*/ 1 h 6382"/>
              <a:gd name="mins" fmla="min sw sh"/>
              <a:gd name="dsw" fmla="+- 0 sw mins"/>
              <a:gd name="dsh" fmla="+- 0 sh mins"/>
              <a:gd name="p0x0" fmla="*/ 120 w 10173"/>
              <a:gd name="p0y0" fmla="*/ 0 h 6382"/>
              <a:gd name="p0x1" fmla="*/ 10053 w 10173"/>
              <a:gd name="p0y1" fmla="*/ 0 h 6382"/>
              <a:gd name="p0x2" fmla="*/ 10119 w 10173"/>
              <a:gd name="p0y2" fmla="*/ 0 h 6382"/>
              <a:gd name="p0x3" fmla="*/ 10173 w 10173"/>
              <a:gd name="p0y3" fmla="*/ 53 h 6382"/>
              <a:gd name="p0x4" fmla="*/ 10173 w 10173"/>
              <a:gd name="p0y4" fmla="*/ 120 h 6382"/>
              <a:gd name="p0x5" fmla="*/ 10173 w 10173"/>
              <a:gd name="p0y5" fmla="*/ 6262 h 6382"/>
              <a:gd name="p0x6" fmla="*/ 10173 w 10173"/>
              <a:gd name="p0y6" fmla="*/ 6328 h 6382"/>
              <a:gd name="p0x7" fmla="*/ 10119 w 10173"/>
              <a:gd name="p0y7" fmla="*/ 6382 h 6382"/>
              <a:gd name="p0x8" fmla="*/ 10053 w 10173"/>
              <a:gd name="p0y8" fmla="*/ 6382 h 6382"/>
              <a:gd name="p0x9" fmla="*/ 120 w 10173"/>
              <a:gd name="p0y9" fmla="*/ 6382 h 6382"/>
              <a:gd name="p0x10" fmla="*/ 53 w 10173"/>
              <a:gd name="p0y10" fmla="*/ 6382 h 6382"/>
              <a:gd name="p0x11" fmla="*/ 0 w 10173"/>
              <a:gd name="p0y11" fmla="*/ 6328 h 6382"/>
              <a:gd name="p0x12" fmla="*/ 0 w 10173"/>
              <a:gd name="p0y12" fmla="*/ 6262 h 6382"/>
              <a:gd name="p0x13" fmla="*/ 0 w 10173"/>
              <a:gd name="p0y13" fmla="*/ 120 h 6382"/>
              <a:gd name="p0x14" fmla="*/ 0 w 10173"/>
              <a:gd name="p0y14" fmla="*/ 53 h 6382"/>
              <a:gd name="p0x15" fmla="*/ 53 w 10173"/>
              <a:gd name="p0y15" fmla="*/ 0 h 6382"/>
              <a:gd name="p0x16" fmla="*/ 120 w 10173"/>
              <a:gd name="p0y16" fmla="*/ 0 h 6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5350510" y="19164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348" t="-1061" r="-4348" b="-1061"/>
          <a:stretch>
            <a:fillRect/>
          </a:stretch>
        </p:blipFill>
        <p:spPr>
          <a:xfrm>
            <a:off x="5403215" y="1978660"/>
            <a:ext cx="238125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5808316" y="1962150"/>
            <a:ext cx="1905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用户登录与注册接口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9"/>
            </p:custDataLst>
          </p:nvPr>
        </p:nvSpPr>
        <p:spPr>
          <a:xfrm>
            <a:off x="5350510" y="23355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5417185" y="2397760"/>
            <a:ext cx="209550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5808316" y="2381250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课程管理接口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4"/>
            </p:custDataLst>
          </p:nvPr>
        </p:nvSpPr>
        <p:spPr>
          <a:xfrm>
            <a:off x="5350510" y="27546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2381" t="-9123" r="-2381" b="-9123"/>
          <a:stretch>
            <a:fillRect/>
          </a:stretch>
        </p:blipFill>
        <p:spPr>
          <a:xfrm>
            <a:off x="5417185" y="2816860"/>
            <a:ext cx="209550" cy="21399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8"/>
            </p:custDataLst>
          </p:nvPr>
        </p:nvSpPr>
        <p:spPr>
          <a:xfrm>
            <a:off x="5808316" y="2800350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经历管理接口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9"/>
            </p:custDataLst>
          </p:nvPr>
        </p:nvSpPr>
        <p:spPr>
          <a:xfrm>
            <a:off x="5350510" y="31737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5417185" y="3235960"/>
            <a:ext cx="209550" cy="2139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3"/>
            </p:custDataLst>
          </p:nvPr>
        </p:nvSpPr>
        <p:spPr>
          <a:xfrm>
            <a:off x="5808316" y="3219450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成就管理接口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4"/>
            </p:custDataLst>
          </p:nvPr>
        </p:nvSpPr>
        <p:spPr>
          <a:xfrm>
            <a:off x="5350510" y="35928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5403215" y="3655060"/>
            <a:ext cx="238125" cy="2139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8"/>
            </p:custDataLst>
          </p:nvPr>
        </p:nvSpPr>
        <p:spPr>
          <a:xfrm>
            <a:off x="5808316" y="3638550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数据统计接口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9"/>
            </p:custDataLst>
          </p:nvPr>
        </p:nvSpPr>
        <p:spPr>
          <a:xfrm>
            <a:off x="5350510" y="40119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949" t="-3492" r="-2949" b="-3492"/>
          <a:stretch>
            <a:fillRect/>
          </a:stretch>
        </p:blipFill>
        <p:spPr>
          <a:xfrm>
            <a:off x="5391150" y="4074160"/>
            <a:ext cx="262255" cy="2139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3"/>
            </p:custDataLst>
          </p:nvPr>
        </p:nvSpPr>
        <p:spPr>
          <a:xfrm>
            <a:off x="5808316" y="4057650"/>
            <a:ext cx="113503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分析接口</a:t>
            </a:r>
            <a:endParaRPr lang="zh-CN"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4"/>
            </p:custDataLst>
          </p:nvPr>
        </p:nvSpPr>
        <p:spPr>
          <a:xfrm>
            <a:off x="5155565" y="5362575"/>
            <a:ext cx="6459855" cy="1109345"/>
          </a:xfrm>
          <a:custGeom>
            <a:avLst/>
            <a:gdLst>
              <a:gd name="sw" fmla="*/ 1 w 10173"/>
              <a:gd name="sh" fmla="*/ 1 h 1747"/>
              <a:gd name="mins" fmla="min sw sh"/>
              <a:gd name="dsw" fmla="+- 0 sw mins"/>
              <a:gd name="dsh" fmla="+- 0 sh mins"/>
              <a:gd name="p0x0" fmla="*/ 120 w 10173"/>
              <a:gd name="p0y0" fmla="*/ 0 h 1747"/>
              <a:gd name="p0x1" fmla="*/ 10053 w 10173"/>
              <a:gd name="p0y1" fmla="*/ 0 h 1747"/>
              <a:gd name="p0x2" fmla="*/ 10119 w 10173"/>
              <a:gd name="p0y2" fmla="*/ 0 h 1747"/>
              <a:gd name="p0x3" fmla="*/ 10173 w 10173"/>
              <a:gd name="p0y3" fmla="*/ 53 h 1747"/>
              <a:gd name="p0x4" fmla="*/ 10173 w 10173"/>
              <a:gd name="p0y4" fmla="*/ 120 h 1747"/>
              <a:gd name="p0x5" fmla="*/ 10173 w 10173"/>
              <a:gd name="p0y5" fmla="*/ 1627 h 1747"/>
              <a:gd name="p0x6" fmla="*/ 10173 w 10173"/>
              <a:gd name="p0y6" fmla="*/ 1693 h 1747"/>
              <a:gd name="p0x7" fmla="*/ 10119 w 10173"/>
              <a:gd name="p0y7" fmla="*/ 1747 h 1747"/>
              <a:gd name="p0x8" fmla="*/ 10053 w 10173"/>
              <a:gd name="p0y8" fmla="*/ 1747 h 1747"/>
              <a:gd name="p0x9" fmla="*/ 120 w 10173"/>
              <a:gd name="p0y9" fmla="*/ 1747 h 1747"/>
              <a:gd name="p0x10" fmla="*/ 53 w 10173"/>
              <a:gd name="p0y10" fmla="*/ 1747 h 1747"/>
              <a:gd name="p0x11" fmla="*/ 0 w 10173"/>
              <a:gd name="p0y11" fmla="*/ 1693 h 1747"/>
              <a:gd name="p0x12" fmla="*/ 0 w 10173"/>
              <a:gd name="p0y12" fmla="*/ 1627 h 1747"/>
              <a:gd name="p0x13" fmla="*/ 0 w 10173"/>
              <a:gd name="p0y13" fmla="*/ 120 h 1747"/>
              <a:gd name="p0x14" fmla="*/ 0 w 10173"/>
              <a:gd name="p0y14" fmla="*/ 53 h 1747"/>
              <a:gd name="p0x15" fmla="*/ 53 w 10173"/>
              <a:gd name="p0y15" fmla="*/ 0 h 1747"/>
              <a:gd name="p0x16" fmla="*/ 120 w 10173"/>
              <a:gd name="p0y16" fmla="*/ 0 h 1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55"/>
            </p:custDataLst>
          </p:nvPr>
        </p:nvSpPr>
        <p:spPr>
          <a:xfrm>
            <a:off x="7814225" y="5557838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接口优势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6"/>
            </p:custDataLst>
          </p:nvPr>
        </p:nvSpPr>
        <p:spPr>
          <a:xfrm>
            <a:off x="5608320" y="5972175"/>
            <a:ext cx="1009650" cy="304800"/>
          </a:xfrm>
          <a:custGeom>
            <a:avLst/>
            <a:gdLst>
              <a:gd name="sw" fmla="*/ 1 w 1590"/>
              <a:gd name="sh" fmla="*/ 1 h 480"/>
              <a:gd name="mins" fmla="min sw sh"/>
              <a:gd name="dsw" fmla="+- 0 sw mins"/>
              <a:gd name="dsh" fmla="+- 0 sh mins"/>
              <a:gd name="p0x0" fmla="*/ 60 w 1590"/>
              <a:gd name="p0y0" fmla="*/ 0 h 480"/>
              <a:gd name="p0x1" fmla="*/ 1530 w 1590"/>
              <a:gd name="p0y1" fmla="*/ 0 h 480"/>
              <a:gd name="p0x2" fmla="*/ 1563 w 1590"/>
              <a:gd name="p0y2" fmla="*/ 0 h 480"/>
              <a:gd name="p0x3" fmla="*/ 1590 w 1590"/>
              <a:gd name="p0y3" fmla="*/ 26 h 480"/>
              <a:gd name="p0x4" fmla="*/ 1590 w 1590"/>
              <a:gd name="p0y4" fmla="*/ 60 h 480"/>
              <a:gd name="p0x5" fmla="*/ 1590 w 1590"/>
              <a:gd name="p0y5" fmla="*/ 420 h 480"/>
              <a:gd name="p0x6" fmla="*/ 1590 w 1590"/>
              <a:gd name="p0y6" fmla="*/ 453 h 480"/>
              <a:gd name="p0x7" fmla="*/ 1563 w 1590"/>
              <a:gd name="p0y7" fmla="*/ 480 h 480"/>
              <a:gd name="p0x8" fmla="*/ 1530 w 1590"/>
              <a:gd name="p0y8" fmla="*/ 480 h 480"/>
              <a:gd name="p0x9" fmla="*/ 60 w 1590"/>
              <a:gd name="p0y9" fmla="*/ 480 h 480"/>
              <a:gd name="p0x10" fmla="*/ 26 w 1590"/>
              <a:gd name="p0y10" fmla="*/ 480 h 480"/>
              <a:gd name="p0x11" fmla="*/ 0 w 1590"/>
              <a:gd name="p0y11" fmla="*/ 453 h 480"/>
              <a:gd name="p0x12" fmla="*/ 0 w 1590"/>
              <a:gd name="p0y12" fmla="*/ 420 h 480"/>
              <a:gd name="p0x13" fmla="*/ 0 w 1590"/>
              <a:gd name="p0y13" fmla="*/ 60 h 480"/>
              <a:gd name="p0x14" fmla="*/ 0 w 1590"/>
              <a:gd name="p0y14" fmla="*/ 26 h 480"/>
              <a:gd name="p0x15" fmla="*/ 26 w 1590"/>
              <a:gd name="p0y15" fmla="*/ 0 h 480"/>
              <a:gd name="p0x16" fmla="*/ 60 w 159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57"/>
            </p:custDataLst>
          </p:nvPr>
        </p:nvSpPr>
        <p:spPr>
          <a:xfrm>
            <a:off x="5684787" y="6010275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标准化设计</a:t>
            </a:r>
            <a:endParaRPr sz="135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8"/>
            </p:custDataLst>
          </p:nvPr>
        </p:nvSpPr>
        <p:spPr>
          <a:xfrm>
            <a:off x="6951980" y="5972175"/>
            <a:ext cx="838200" cy="304800"/>
          </a:xfrm>
          <a:custGeom>
            <a:avLst/>
            <a:gdLst>
              <a:gd name="sw" fmla="*/ 1 w 1320"/>
              <a:gd name="sh" fmla="*/ 1 h 480"/>
              <a:gd name="mins" fmla="min sw sh"/>
              <a:gd name="dsw" fmla="+- 0 sw mins"/>
              <a:gd name="dsh" fmla="+- 0 sh mins"/>
              <a:gd name="p0x0" fmla="*/ 60 w 1320"/>
              <a:gd name="p0y0" fmla="*/ 0 h 480"/>
              <a:gd name="p0x1" fmla="*/ 1260 w 1320"/>
              <a:gd name="p0y1" fmla="*/ 0 h 480"/>
              <a:gd name="p0x2" fmla="*/ 1293 w 1320"/>
              <a:gd name="p0y2" fmla="*/ 0 h 480"/>
              <a:gd name="p0x3" fmla="*/ 1320 w 1320"/>
              <a:gd name="p0y3" fmla="*/ 26 h 480"/>
              <a:gd name="p0x4" fmla="*/ 1320 w 1320"/>
              <a:gd name="p0y4" fmla="*/ 60 h 480"/>
              <a:gd name="p0x5" fmla="*/ 1320 w 1320"/>
              <a:gd name="p0y5" fmla="*/ 420 h 480"/>
              <a:gd name="p0x6" fmla="*/ 1320 w 1320"/>
              <a:gd name="p0y6" fmla="*/ 453 h 480"/>
              <a:gd name="p0x7" fmla="*/ 1293 w 1320"/>
              <a:gd name="p0y7" fmla="*/ 480 h 480"/>
              <a:gd name="p0x8" fmla="*/ 1260 w 1320"/>
              <a:gd name="p0y8" fmla="*/ 480 h 480"/>
              <a:gd name="p0x9" fmla="*/ 60 w 1320"/>
              <a:gd name="p0y9" fmla="*/ 480 h 480"/>
              <a:gd name="p0x10" fmla="*/ 26 w 1320"/>
              <a:gd name="p0y10" fmla="*/ 480 h 480"/>
              <a:gd name="p0x11" fmla="*/ 0 w 1320"/>
              <a:gd name="p0y11" fmla="*/ 453 h 480"/>
              <a:gd name="p0x12" fmla="*/ 0 w 1320"/>
              <a:gd name="p0y12" fmla="*/ 420 h 480"/>
              <a:gd name="p0x13" fmla="*/ 0 w 1320"/>
              <a:gd name="p0y13" fmla="*/ 60 h 480"/>
              <a:gd name="p0x14" fmla="*/ 0 w 1320"/>
              <a:gd name="p0y14" fmla="*/ 26 h 480"/>
              <a:gd name="p0x15" fmla="*/ 26 w 1320"/>
              <a:gd name="p0y15" fmla="*/ 0 h 480"/>
              <a:gd name="p0x16" fmla="*/ 60 w 132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9"/>
            </p:custDataLst>
          </p:nvPr>
        </p:nvSpPr>
        <p:spPr>
          <a:xfrm>
            <a:off x="7028183" y="601027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易于对接</a:t>
            </a:r>
            <a:endParaRPr sz="135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60"/>
            </p:custDataLst>
          </p:nvPr>
        </p:nvSpPr>
        <p:spPr>
          <a:xfrm>
            <a:off x="8123555" y="5972175"/>
            <a:ext cx="1352550" cy="304800"/>
          </a:xfrm>
          <a:custGeom>
            <a:avLst/>
            <a:gdLst>
              <a:gd name="sw" fmla="*/ 1 w 2130"/>
              <a:gd name="sh" fmla="*/ 1 h 480"/>
              <a:gd name="mins" fmla="min sw sh"/>
              <a:gd name="dsw" fmla="+- 0 sw mins"/>
              <a:gd name="dsh" fmla="+- 0 sh mins"/>
              <a:gd name="p0x0" fmla="*/ 60 w 2130"/>
              <a:gd name="p0y0" fmla="*/ 0 h 480"/>
              <a:gd name="p0x1" fmla="*/ 2070 w 2130"/>
              <a:gd name="p0y1" fmla="*/ 0 h 480"/>
              <a:gd name="p0x2" fmla="*/ 2103 w 2130"/>
              <a:gd name="p0y2" fmla="*/ 0 h 480"/>
              <a:gd name="p0x3" fmla="*/ 2130 w 2130"/>
              <a:gd name="p0y3" fmla="*/ 26 h 480"/>
              <a:gd name="p0x4" fmla="*/ 2130 w 2130"/>
              <a:gd name="p0y4" fmla="*/ 60 h 480"/>
              <a:gd name="p0x5" fmla="*/ 2130 w 2130"/>
              <a:gd name="p0y5" fmla="*/ 420 h 480"/>
              <a:gd name="p0x6" fmla="*/ 2130 w 2130"/>
              <a:gd name="p0y6" fmla="*/ 453 h 480"/>
              <a:gd name="p0x7" fmla="*/ 2103 w 2130"/>
              <a:gd name="p0y7" fmla="*/ 480 h 480"/>
              <a:gd name="p0x8" fmla="*/ 2070 w 2130"/>
              <a:gd name="p0y8" fmla="*/ 480 h 480"/>
              <a:gd name="p0x9" fmla="*/ 60 w 2130"/>
              <a:gd name="p0y9" fmla="*/ 480 h 480"/>
              <a:gd name="p0x10" fmla="*/ 26 w 2130"/>
              <a:gd name="p0y10" fmla="*/ 480 h 480"/>
              <a:gd name="p0x11" fmla="*/ 0 w 2130"/>
              <a:gd name="p0y11" fmla="*/ 453 h 480"/>
              <a:gd name="p0x12" fmla="*/ 0 w 2130"/>
              <a:gd name="p0y12" fmla="*/ 420 h 480"/>
              <a:gd name="p0x13" fmla="*/ 0 w 2130"/>
              <a:gd name="p0y13" fmla="*/ 60 h 480"/>
              <a:gd name="p0x14" fmla="*/ 0 w 2130"/>
              <a:gd name="p0y14" fmla="*/ 26 h 480"/>
              <a:gd name="p0x15" fmla="*/ 26 w 2130"/>
              <a:gd name="p0y15" fmla="*/ 0 h 480"/>
              <a:gd name="p0x16" fmla="*/ 60 w 213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61"/>
            </p:custDataLst>
          </p:nvPr>
        </p:nvSpPr>
        <p:spPr>
          <a:xfrm>
            <a:off x="8200130" y="6010275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支持跨平台访问</a:t>
            </a:r>
            <a:endParaRPr sz="135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2"/>
            </p:custDataLst>
          </p:nvPr>
        </p:nvSpPr>
        <p:spPr>
          <a:xfrm>
            <a:off x="9810115" y="5972175"/>
            <a:ext cx="1352550" cy="304800"/>
          </a:xfrm>
          <a:custGeom>
            <a:avLst/>
            <a:gdLst>
              <a:gd name="sw" fmla="*/ 1 w 2130"/>
              <a:gd name="sh" fmla="*/ 1 h 480"/>
              <a:gd name="mins" fmla="min sw sh"/>
              <a:gd name="dsw" fmla="+- 0 sw mins"/>
              <a:gd name="dsh" fmla="+- 0 sh mins"/>
              <a:gd name="p0x0" fmla="*/ 60 w 2130"/>
              <a:gd name="p0y0" fmla="*/ 0 h 480"/>
              <a:gd name="p0x1" fmla="*/ 2070 w 2130"/>
              <a:gd name="p0y1" fmla="*/ 0 h 480"/>
              <a:gd name="p0x2" fmla="*/ 2103 w 2130"/>
              <a:gd name="p0y2" fmla="*/ 0 h 480"/>
              <a:gd name="p0x3" fmla="*/ 2130 w 2130"/>
              <a:gd name="p0y3" fmla="*/ 26 h 480"/>
              <a:gd name="p0x4" fmla="*/ 2130 w 2130"/>
              <a:gd name="p0y4" fmla="*/ 60 h 480"/>
              <a:gd name="p0x5" fmla="*/ 2130 w 2130"/>
              <a:gd name="p0y5" fmla="*/ 420 h 480"/>
              <a:gd name="p0x6" fmla="*/ 2130 w 2130"/>
              <a:gd name="p0y6" fmla="*/ 453 h 480"/>
              <a:gd name="p0x7" fmla="*/ 2103 w 2130"/>
              <a:gd name="p0y7" fmla="*/ 480 h 480"/>
              <a:gd name="p0x8" fmla="*/ 2070 w 2130"/>
              <a:gd name="p0y8" fmla="*/ 480 h 480"/>
              <a:gd name="p0x9" fmla="*/ 60 w 2130"/>
              <a:gd name="p0y9" fmla="*/ 480 h 480"/>
              <a:gd name="p0x10" fmla="*/ 26 w 2130"/>
              <a:gd name="p0y10" fmla="*/ 480 h 480"/>
              <a:gd name="p0x11" fmla="*/ 0 w 2130"/>
              <a:gd name="p0y11" fmla="*/ 453 h 480"/>
              <a:gd name="p0x12" fmla="*/ 0 w 2130"/>
              <a:gd name="p0y12" fmla="*/ 420 h 480"/>
              <a:gd name="p0x13" fmla="*/ 0 w 2130"/>
              <a:gd name="p0y13" fmla="*/ 60 h 480"/>
              <a:gd name="p0x14" fmla="*/ 0 w 2130"/>
              <a:gd name="p0y14" fmla="*/ 26 h 480"/>
              <a:gd name="p0x15" fmla="*/ 26 w 2130"/>
              <a:gd name="p0y15" fmla="*/ 0 h 480"/>
              <a:gd name="p0x16" fmla="*/ 60 w 213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9886426" y="6010275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便于前后端联调</a:t>
            </a:r>
            <a:endParaRPr sz="135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功能模块设计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62000" y="12954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30580" y="1376045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95400" y="134683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用户认证模块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62000" y="1828800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38200" y="186690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1257300" y="1828800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333576" y="186690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1752600" y="1828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828952" y="1866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权限控制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3390900" y="110490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3581400" y="12954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6795" t="-3067" r="-6795" b="-3067"/>
          <a:stretch>
            <a:fillRect/>
          </a:stretch>
        </p:blipFill>
        <p:spPr>
          <a:xfrm>
            <a:off x="3649980" y="1376045"/>
            <a:ext cx="28130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4114800" y="1346835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仪表盘模块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3581400" y="1828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3657600" y="1866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数据统计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4381500" y="1828800"/>
            <a:ext cx="914400" cy="276225"/>
          </a:xfrm>
          <a:custGeom>
            <a:avLst/>
            <a:gdLst>
              <a:gd name="sw" fmla="*/ 1 w 1440"/>
              <a:gd name="sh" fmla="*/ 1 h 435"/>
              <a:gd name="mins" fmla="min sw sh"/>
              <a:gd name="dsw" fmla="+- 0 sw mins"/>
              <a:gd name="dsh" fmla="+- 0 sh mins"/>
              <a:gd name="p0x0" fmla="*/ 60 w 1440"/>
              <a:gd name="p0y0" fmla="*/ 0 h 435"/>
              <a:gd name="p0x1" fmla="*/ 1380 w 1440"/>
              <a:gd name="p0y1" fmla="*/ 0 h 435"/>
              <a:gd name="p0x2" fmla="*/ 1413 w 1440"/>
              <a:gd name="p0y2" fmla="*/ 0 h 435"/>
              <a:gd name="p0x3" fmla="*/ 1440 w 1440"/>
              <a:gd name="p0y3" fmla="*/ 26 h 435"/>
              <a:gd name="p0x4" fmla="*/ 1440 w 1440"/>
              <a:gd name="p0y4" fmla="*/ 60 h 435"/>
              <a:gd name="p0x5" fmla="*/ 1440 w 1440"/>
              <a:gd name="p0y5" fmla="*/ 375 h 435"/>
              <a:gd name="p0x6" fmla="*/ 1440 w 1440"/>
              <a:gd name="p0y6" fmla="*/ 408 h 435"/>
              <a:gd name="p0x7" fmla="*/ 1413 w 1440"/>
              <a:gd name="p0y7" fmla="*/ 435 h 435"/>
              <a:gd name="p0x8" fmla="*/ 1380 w 1440"/>
              <a:gd name="p0y8" fmla="*/ 435 h 435"/>
              <a:gd name="p0x9" fmla="*/ 60 w 1440"/>
              <a:gd name="p0y9" fmla="*/ 435 h 435"/>
              <a:gd name="p0x10" fmla="*/ 26 w 1440"/>
              <a:gd name="p0y10" fmla="*/ 435 h 435"/>
              <a:gd name="p0x11" fmla="*/ 0 w 1440"/>
              <a:gd name="p0y11" fmla="*/ 408 h 435"/>
              <a:gd name="p0x12" fmla="*/ 0 w 1440"/>
              <a:gd name="p0y12" fmla="*/ 375 h 435"/>
              <a:gd name="p0x13" fmla="*/ 0 w 1440"/>
              <a:gd name="p0y13" fmla="*/ 60 h 435"/>
              <a:gd name="p0x14" fmla="*/ 0 w 1440"/>
              <a:gd name="p0y14" fmla="*/ 26 h 435"/>
              <a:gd name="p0x15" fmla="*/ 26 w 1440"/>
              <a:gd name="p0y15" fmla="*/ 0 h 435"/>
              <a:gd name="p0x16" fmla="*/ 60 w 144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457776" y="186690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可视化展示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6210300" y="110490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6400800" y="12954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5278" r="-2000" b="-5278"/>
          <a:stretch>
            <a:fillRect/>
          </a:stretch>
        </p:blipFill>
        <p:spPr>
          <a:xfrm>
            <a:off x="6486525" y="1376045"/>
            <a:ext cx="247650" cy="2527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6934200" y="134683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课程管理模块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6400800" y="1828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6477000" y="1866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增删改查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7200900" y="1828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7277176" y="1866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成绩管理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4"/>
            </p:custDataLst>
          </p:nvPr>
        </p:nvSpPr>
        <p:spPr>
          <a:xfrm>
            <a:off x="9029700" y="110490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9220200" y="12954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9336405" y="1376045"/>
            <a:ext cx="186055" cy="2527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9753600" y="1346835"/>
            <a:ext cx="16340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</a:t>
            </a:r>
            <a:r>
              <a:rPr lang="zh-CN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计算模块</a:t>
            </a:r>
            <a:endParaRPr lang="zh-CN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0"/>
            </p:custDataLst>
          </p:nvPr>
        </p:nvSpPr>
        <p:spPr>
          <a:xfrm>
            <a:off x="9220200" y="1828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9296400" y="1866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自动计算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2"/>
            </p:custDataLst>
          </p:nvPr>
        </p:nvSpPr>
        <p:spPr>
          <a:xfrm>
            <a:off x="10020300" y="1828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3"/>
            </p:custDataLst>
          </p:nvPr>
        </p:nvSpPr>
        <p:spPr>
          <a:xfrm>
            <a:off x="10096576" y="1866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学分绩点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4"/>
            </p:custDataLst>
          </p:nvPr>
        </p:nvSpPr>
        <p:spPr>
          <a:xfrm>
            <a:off x="571500" y="390525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45"/>
            </p:custDataLst>
          </p:nvPr>
        </p:nvSpPr>
        <p:spPr>
          <a:xfrm>
            <a:off x="762000" y="4095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47725" y="4176395"/>
            <a:ext cx="247650" cy="25273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49"/>
            </p:custDataLst>
          </p:nvPr>
        </p:nvSpPr>
        <p:spPr>
          <a:xfrm>
            <a:off x="1295400" y="41471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经历管理模块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0"/>
            </p:custDataLst>
          </p:nvPr>
        </p:nvSpPr>
        <p:spPr>
          <a:xfrm>
            <a:off x="762000" y="4629150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1"/>
            </p:custDataLst>
          </p:nvPr>
        </p:nvSpPr>
        <p:spPr>
          <a:xfrm>
            <a:off x="838200" y="466725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竞赛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2"/>
            </p:custDataLst>
          </p:nvPr>
        </p:nvSpPr>
        <p:spPr>
          <a:xfrm>
            <a:off x="1257300" y="4629150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3"/>
            </p:custDataLst>
          </p:nvPr>
        </p:nvSpPr>
        <p:spPr>
          <a:xfrm>
            <a:off x="1333576" y="466725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4"/>
            </p:custDataLst>
          </p:nvPr>
        </p:nvSpPr>
        <p:spPr>
          <a:xfrm>
            <a:off x="1752600" y="462915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5"/>
            </p:custDataLst>
          </p:nvPr>
        </p:nvSpPr>
        <p:spPr>
          <a:xfrm>
            <a:off x="1828952" y="46672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实习记录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6"/>
            </p:custDataLst>
          </p:nvPr>
        </p:nvSpPr>
        <p:spPr>
          <a:xfrm>
            <a:off x="3390900" y="390525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57"/>
            </p:custDataLst>
          </p:nvPr>
        </p:nvSpPr>
        <p:spPr>
          <a:xfrm>
            <a:off x="3581400" y="4095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3667125" y="4176395"/>
            <a:ext cx="247650" cy="2527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61"/>
            </p:custDataLst>
          </p:nvPr>
        </p:nvSpPr>
        <p:spPr>
          <a:xfrm>
            <a:off x="4114800" y="41471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成就管理模块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62"/>
            </p:custDataLst>
          </p:nvPr>
        </p:nvSpPr>
        <p:spPr>
          <a:xfrm>
            <a:off x="3581400" y="4629150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63"/>
            </p:custDataLst>
          </p:nvPr>
        </p:nvSpPr>
        <p:spPr>
          <a:xfrm>
            <a:off x="3657600" y="466725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奖项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64"/>
            </p:custDataLst>
          </p:nvPr>
        </p:nvSpPr>
        <p:spPr>
          <a:xfrm>
            <a:off x="4076700" y="462915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65"/>
            </p:custDataLst>
          </p:nvPr>
        </p:nvSpPr>
        <p:spPr>
          <a:xfrm>
            <a:off x="4152976" y="46672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荣誉记录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66"/>
            </p:custDataLst>
          </p:nvPr>
        </p:nvSpPr>
        <p:spPr>
          <a:xfrm>
            <a:off x="6210300" y="3905250"/>
            <a:ext cx="2590800" cy="2571750"/>
          </a:xfrm>
          <a:custGeom>
            <a:avLst/>
            <a:gdLst>
              <a:gd name="sw" fmla="*/ 1 w 4080"/>
              <a:gd name="sh" fmla="*/ 1 h 4050"/>
              <a:gd name="mins" fmla="min sw sh"/>
              <a:gd name="dsw" fmla="+- 0 sw mins"/>
              <a:gd name="dsh" fmla="+- 0 sh mins"/>
              <a:gd name="p0x0" fmla="*/ 120 w 4080"/>
              <a:gd name="p0y0" fmla="*/ 0 h 4050"/>
              <a:gd name="p0x1" fmla="*/ 3960 w 4080"/>
              <a:gd name="p0y1" fmla="*/ 0 h 4050"/>
              <a:gd name="p0x2" fmla="*/ 4026 w 4080"/>
              <a:gd name="p0y2" fmla="*/ 0 h 4050"/>
              <a:gd name="p0x3" fmla="*/ 4080 w 4080"/>
              <a:gd name="p0y3" fmla="*/ 53 h 4050"/>
              <a:gd name="p0x4" fmla="*/ 4080 w 4080"/>
              <a:gd name="p0y4" fmla="*/ 120 h 4050"/>
              <a:gd name="p0x5" fmla="*/ 4080 w 4080"/>
              <a:gd name="p0y5" fmla="*/ 3930 h 4050"/>
              <a:gd name="p0x6" fmla="*/ 4080 w 4080"/>
              <a:gd name="p0y6" fmla="*/ 3996 h 4050"/>
              <a:gd name="p0x7" fmla="*/ 4026 w 4080"/>
              <a:gd name="p0y7" fmla="*/ 4050 h 4050"/>
              <a:gd name="p0x8" fmla="*/ 3960 w 4080"/>
              <a:gd name="p0y8" fmla="*/ 4050 h 4050"/>
              <a:gd name="p0x9" fmla="*/ 120 w 4080"/>
              <a:gd name="p0y9" fmla="*/ 4050 h 4050"/>
              <a:gd name="p0x10" fmla="*/ 53 w 4080"/>
              <a:gd name="p0y10" fmla="*/ 4050 h 4050"/>
              <a:gd name="p0x11" fmla="*/ 0 w 4080"/>
              <a:gd name="p0y11" fmla="*/ 3996 h 4050"/>
              <a:gd name="p0x12" fmla="*/ 0 w 4080"/>
              <a:gd name="p0y12" fmla="*/ 3930 h 4050"/>
              <a:gd name="p0x13" fmla="*/ 0 w 4080"/>
              <a:gd name="p0y13" fmla="*/ 120 h 4050"/>
              <a:gd name="p0x14" fmla="*/ 0 w 4080"/>
              <a:gd name="p0y14" fmla="*/ 53 h 4050"/>
              <a:gd name="p0x15" fmla="*/ 53 w 4080"/>
              <a:gd name="p0y15" fmla="*/ 0 h 4050"/>
              <a:gd name="p0x16" fmla="*/ 120 w 408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>
            <p:custDataLst>
              <p:tags r:id="rId67"/>
            </p:custDataLst>
          </p:nvPr>
        </p:nvSpPr>
        <p:spPr>
          <a:xfrm>
            <a:off x="6400800" y="4095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66" t="-10303" r="-2366" b="-10303"/>
          <a:stretch>
            <a:fillRect/>
          </a:stretch>
        </p:blipFill>
        <p:spPr>
          <a:xfrm>
            <a:off x="6455410" y="4176395"/>
            <a:ext cx="309245" cy="252730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71"/>
            </p:custDataLst>
          </p:nvPr>
        </p:nvSpPr>
        <p:spPr>
          <a:xfrm>
            <a:off x="6934200" y="41471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角色管理模块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72"/>
            </p:custDataLst>
          </p:nvPr>
        </p:nvSpPr>
        <p:spPr>
          <a:xfrm>
            <a:off x="6400800" y="462915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73"/>
            </p:custDataLst>
          </p:nvPr>
        </p:nvSpPr>
        <p:spPr>
          <a:xfrm>
            <a:off x="6477000" y="46672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学生组织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74"/>
            </p:custDataLst>
          </p:nvPr>
        </p:nvSpPr>
        <p:spPr>
          <a:xfrm>
            <a:off x="7200900" y="462915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75"/>
            </p:custDataLst>
          </p:nvPr>
        </p:nvSpPr>
        <p:spPr>
          <a:xfrm>
            <a:off x="7277176" y="46672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社会角色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76"/>
            </p:custDataLst>
          </p:nvPr>
        </p:nvSpPr>
        <p:spPr>
          <a:xfrm>
            <a:off x="9029700" y="3905250"/>
            <a:ext cx="2590800" cy="805815"/>
          </a:xfrm>
          <a:custGeom>
            <a:avLst/>
            <a:gdLst>
              <a:gd name="sw" fmla="*/ 1 w 4080"/>
              <a:gd name="sh" fmla="*/ 1 h 1269"/>
              <a:gd name="mins" fmla="min sw sh"/>
              <a:gd name="dsw" fmla="+- 0 sw mins"/>
              <a:gd name="dsh" fmla="+- 0 sh mins"/>
              <a:gd name="p0x0" fmla="*/ 120 w 4080"/>
              <a:gd name="p0y0" fmla="*/ 0 h 1269"/>
              <a:gd name="p0x1" fmla="*/ 3960 w 4080"/>
              <a:gd name="p0y1" fmla="*/ 0 h 1269"/>
              <a:gd name="p0x2" fmla="*/ 4026 w 4080"/>
              <a:gd name="p0y2" fmla="*/ 0 h 1269"/>
              <a:gd name="p0x3" fmla="*/ 4080 w 4080"/>
              <a:gd name="p0y3" fmla="*/ 53 h 1269"/>
              <a:gd name="p0x4" fmla="*/ 4080 w 4080"/>
              <a:gd name="p0y4" fmla="*/ 120 h 1269"/>
              <a:gd name="p0x5" fmla="*/ 4080 w 4080"/>
              <a:gd name="p0y5" fmla="*/ 1149 h 1269"/>
              <a:gd name="p0x6" fmla="*/ 4080 w 4080"/>
              <a:gd name="p0y6" fmla="*/ 1216 h 1269"/>
              <a:gd name="p0x7" fmla="*/ 4026 w 4080"/>
              <a:gd name="p0y7" fmla="*/ 1269 h 1269"/>
              <a:gd name="p0x8" fmla="*/ 3960 w 4080"/>
              <a:gd name="p0y8" fmla="*/ 1269 h 1269"/>
              <a:gd name="p0x9" fmla="*/ 120 w 4080"/>
              <a:gd name="p0y9" fmla="*/ 1269 h 1269"/>
              <a:gd name="p0x10" fmla="*/ 53 w 4080"/>
              <a:gd name="p0y10" fmla="*/ 1269 h 1269"/>
              <a:gd name="p0x11" fmla="*/ 0 w 4080"/>
              <a:gd name="p0y11" fmla="*/ 1216 h 1269"/>
              <a:gd name="p0x12" fmla="*/ 0 w 4080"/>
              <a:gd name="p0y12" fmla="*/ 1149 h 1269"/>
              <a:gd name="p0x13" fmla="*/ 0 w 4080"/>
              <a:gd name="p0y13" fmla="*/ 120 h 1269"/>
              <a:gd name="p0x14" fmla="*/ 0 w 4080"/>
              <a:gd name="p0y14" fmla="*/ 53 h 1269"/>
              <a:gd name="p0x15" fmla="*/ 53 w 4080"/>
              <a:gd name="p0y15" fmla="*/ 0 h 1269"/>
              <a:gd name="p0x16" fmla="*/ 120 w 4080"/>
              <a:gd name="p0y16" fmla="*/ 0 h 12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>
            <p:custDataLst>
              <p:tags r:id="rId77"/>
            </p:custDataLst>
          </p:nvPr>
        </p:nvSpPr>
        <p:spPr>
          <a:xfrm>
            <a:off x="9105900" y="41363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6" name="图片 65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 l="-5000" t="-3492" r="-5000" b="-3492"/>
          <a:stretch>
            <a:fillRect/>
          </a:stretch>
        </p:blipFill>
        <p:spPr>
          <a:xfrm>
            <a:off x="9172575" y="4198620"/>
            <a:ext cx="209550" cy="213995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81"/>
            </p:custDataLst>
          </p:nvPr>
        </p:nvSpPr>
        <p:spPr>
          <a:xfrm>
            <a:off x="9525000" y="4175074"/>
            <a:ext cx="113503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</a:t>
            </a:r>
            <a:endParaRPr lang="zh-CN"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82"/>
            </p:custDataLst>
          </p:nvPr>
        </p:nvSpPr>
        <p:spPr>
          <a:xfrm>
            <a:off x="9029700" y="4787265"/>
            <a:ext cx="2590800" cy="806450"/>
          </a:xfrm>
          <a:custGeom>
            <a:avLst/>
            <a:gdLst>
              <a:gd name="sw" fmla="*/ 1 w 4080"/>
              <a:gd name="sh" fmla="*/ 1 h 1269"/>
              <a:gd name="mins" fmla="min sw sh"/>
              <a:gd name="dsw" fmla="+- 0 sw mins"/>
              <a:gd name="dsh" fmla="+- 0 sh mins"/>
              <a:gd name="p0x0" fmla="*/ 120 w 4080"/>
              <a:gd name="p0y0" fmla="*/ 0 h 1269"/>
              <a:gd name="p0x1" fmla="*/ 3960 w 4080"/>
              <a:gd name="p0y1" fmla="*/ 0 h 1269"/>
              <a:gd name="p0x2" fmla="*/ 4026 w 4080"/>
              <a:gd name="p0y2" fmla="*/ 0 h 1269"/>
              <a:gd name="p0x3" fmla="*/ 4080 w 4080"/>
              <a:gd name="p0y3" fmla="*/ 53 h 1269"/>
              <a:gd name="p0x4" fmla="*/ 4080 w 4080"/>
              <a:gd name="p0y4" fmla="*/ 120 h 1269"/>
              <a:gd name="p0x5" fmla="*/ 4080 w 4080"/>
              <a:gd name="p0y5" fmla="*/ 1149 h 1269"/>
              <a:gd name="p0x6" fmla="*/ 4080 w 4080"/>
              <a:gd name="p0y6" fmla="*/ 1216 h 1269"/>
              <a:gd name="p0x7" fmla="*/ 4026 w 4080"/>
              <a:gd name="p0y7" fmla="*/ 1269 h 1269"/>
              <a:gd name="p0x8" fmla="*/ 3960 w 4080"/>
              <a:gd name="p0y8" fmla="*/ 1269 h 1269"/>
              <a:gd name="p0x9" fmla="*/ 120 w 4080"/>
              <a:gd name="p0y9" fmla="*/ 1269 h 1269"/>
              <a:gd name="p0x10" fmla="*/ 53 w 4080"/>
              <a:gd name="p0y10" fmla="*/ 1269 h 1269"/>
              <a:gd name="p0x11" fmla="*/ 0 w 4080"/>
              <a:gd name="p0y11" fmla="*/ 1216 h 1269"/>
              <a:gd name="p0x12" fmla="*/ 0 w 4080"/>
              <a:gd name="p0y12" fmla="*/ 1149 h 1269"/>
              <a:gd name="p0x13" fmla="*/ 0 w 4080"/>
              <a:gd name="p0y13" fmla="*/ 120 h 1269"/>
              <a:gd name="p0x14" fmla="*/ 0 w 4080"/>
              <a:gd name="p0y14" fmla="*/ 53 h 1269"/>
              <a:gd name="p0x15" fmla="*/ 53 w 4080"/>
              <a:gd name="p0y15" fmla="*/ 0 h 1269"/>
              <a:gd name="p0x16" fmla="*/ 120 w 4080"/>
              <a:gd name="p0y16" fmla="*/ 0 h 12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>
            <p:custDataLst>
              <p:tags r:id="rId83"/>
            </p:custDataLst>
          </p:nvPr>
        </p:nvSpPr>
        <p:spPr>
          <a:xfrm>
            <a:off x="9105900" y="50190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9157970" y="5081270"/>
            <a:ext cx="238125" cy="21399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7"/>
            </p:custDataLst>
          </p:nvPr>
        </p:nvSpPr>
        <p:spPr>
          <a:xfrm>
            <a:off x="9525000" y="5057699"/>
            <a:ext cx="1333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数据导入导出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88"/>
            </p:custDataLst>
          </p:nvPr>
        </p:nvSpPr>
        <p:spPr>
          <a:xfrm>
            <a:off x="9029700" y="5669915"/>
            <a:ext cx="2590800" cy="806450"/>
          </a:xfrm>
          <a:custGeom>
            <a:avLst/>
            <a:gdLst>
              <a:gd name="sw" fmla="*/ 1 w 4080"/>
              <a:gd name="sh" fmla="*/ 1 h 1269"/>
              <a:gd name="mins" fmla="min sw sh"/>
              <a:gd name="dsw" fmla="+- 0 sw mins"/>
              <a:gd name="dsh" fmla="+- 0 sh mins"/>
              <a:gd name="p0x0" fmla="*/ 120 w 4080"/>
              <a:gd name="p0y0" fmla="*/ 0 h 1269"/>
              <a:gd name="p0x1" fmla="*/ 3960 w 4080"/>
              <a:gd name="p0y1" fmla="*/ 0 h 1269"/>
              <a:gd name="p0x2" fmla="*/ 4026 w 4080"/>
              <a:gd name="p0y2" fmla="*/ 0 h 1269"/>
              <a:gd name="p0x3" fmla="*/ 4080 w 4080"/>
              <a:gd name="p0y3" fmla="*/ 53 h 1269"/>
              <a:gd name="p0x4" fmla="*/ 4080 w 4080"/>
              <a:gd name="p0y4" fmla="*/ 120 h 1269"/>
              <a:gd name="p0x5" fmla="*/ 4080 w 4080"/>
              <a:gd name="p0y5" fmla="*/ 1149 h 1269"/>
              <a:gd name="p0x6" fmla="*/ 4080 w 4080"/>
              <a:gd name="p0y6" fmla="*/ 1216 h 1269"/>
              <a:gd name="p0x7" fmla="*/ 4026 w 4080"/>
              <a:gd name="p0y7" fmla="*/ 1269 h 1269"/>
              <a:gd name="p0x8" fmla="*/ 3960 w 4080"/>
              <a:gd name="p0y8" fmla="*/ 1269 h 1269"/>
              <a:gd name="p0x9" fmla="*/ 120 w 4080"/>
              <a:gd name="p0y9" fmla="*/ 1269 h 1269"/>
              <a:gd name="p0x10" fmla="*/ 53 w 4080"/>
              <a:gd name="p0y10" fmla="*/ 1269 h 1269"/>
              <a:gd name="p0x11" fmla="*/ 0 w 4080"/>
              <a:gd name="p0y11" fmla="*/ 1216 h 1269"/>
              <a:gd name="p0x12" fmla="*/ 0 w 4080"/>
              <a:gd name="p0y12" fmla="*/ 1149 h 1269"/>
              <a:gd name="p0x13" fmla="*/ 0 w 4080"/>
              <a:gd name="p0y13" fmla="*/ 120 h 1269"/>
              <a:gd name="p0x14" fmla="*/ 0 w 4080"/>
              <a:gd name="p0y14" fmla="*/ 53 h 1269"/>
              <a:gd name="p0x15" fmla="*/ 53 w 4080"/>
              <a:gd name="p0y15" fmla="*/ 0 h 1269"/>
              <a:gd name="p0x16" fmla="*/ 120 w 4080"/>
              <a:gd name="p0y16" fmla="*/ 0 h 12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89"/>
            </p:custDataLst>
          </p:nvPr>
        </p:nvSpPr>
        <p:spPr>
          <a:xfrm>
            <a:off x="9105900" y="59016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90"/>
            </p:custDataLst>
          </p:nvPr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9172575" y="5963920"/>
            <a:ext cx="209550" cy="213995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93"/>
            </p:custDataLst>
          </p:nvPr>
        </p:nvSpPr>
        <p:spPr>
          <a:xfrm>
            <a:off x="9525000" y="5940323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系统设置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系统实现与运行效果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879725" cy="2581275"/>
          </a:xfrm>
          <a:custGeom>
            <a:avLst/>
            <a:gdLst>
              <a:gd name="sw" fmla="*/ 1 w 4535"/>
              <a:gd name="sh" fmla="*/ 1 h 4065"/>
              <a:gd name="mins" fmla="min sw sh"/>
              <a:gd name="dsw" fmla="+- 0 sw mins"/>
              <a:gd name="dsh" fmla="+- 0 sh mins"/>
              <a:gd name="p0x0" fmla="*/ 120 w 4535"/>
              <a:gd name="p0y0" fmla="*/ 0 h 4065"/>
              <a:gd name="p0x1" fmla="*/ 4415 w 4535"/>
              <a:gd name="p0y1" fmla="*/ 0 h 4065"/>
              <a:gd name="p0x2" fmla="*/ 4481 w 4535"/>
              <a:gd name="p0y2" fmla="*/ 0 h 4065"/>
              <a:gd name="p0x3" fmla="*/ 4535 w 4535"/>
              <a:gd name="p0y3" fmla="*/ 53 h 4065"/>
              <a:gd name="p0x4" fmla="*/ 4535 w 4535"/>
              <a:gd name="p0y4" fmla="*/ 120 h 4065"/>
              <a:gd name="p0x5" fmla="*/ 4535 w 4535"/>
              <a:gd name="p0y5" fmla="*/ 3945 h 4065"/>
              <a:gd name="p0x6" fmla="*/ 4535 w 4535"/>
              <a:gd name="p0y6" fmla="*/ 4011 h 4065"/>
              <a:gd name="p0x7" fmla="*/ 4481 w 4535"/>
              <a:gd name="p0y7" fmla="*/ 4065 h 4065"/>
              <a:gd name="p0x8" fmla="*/ 4415 w 4535"/>
              <a:gd name="p0y8" fmla="*/ 4065 h 4065"/>
              <a:gd name="p0x9" fmla="*/ 120 w 4535"/>
              <a:gd name="p0y9" fmla="*/ 4065 h 4065"/>
              <a:gd name="p0x10" fmla="*/ 53 w 4535"/>
              <a:gd name="p0y10" fmla="*/ 4065 h 4065"/>
              <a:gd name="p0x11" fmla="*/ 0 w 4535"/>
              <a:gd name="p0y11" fmla="*/ 4011 h 4065"/>
              <a:gd name="p0x12" fmla="*/ 0 w 4535"/>
              <a:gd name="p0y12" fmla="*/ 3945 h 4065"/>
              <a:gd name="p0x13" fmla="*/ 0 w 4535"/>
              <a:gd name="p0y13" fmla="*/ 120 h 4065"/>
              <a:gd name="p0x14" fmla="*/ 0 w 4535"/>
              <a:gd name="p0y14" fmla="*/ 53 h 4065"/>
              <a:gd name="p0x15" fmla="*/ 53 w 4535"/>
              <a:gd name="p0y15" fmla="*/ 0 h 4065"/>
              <a:gd name="p0x16" fmla="*/ 120 w 4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8211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40105" y="1901825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872644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登录注册功能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377469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支持用户身份认证与权限控制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1525" y="2689860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安全可靠的用户管理机制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3655695" y="1109345"/>
            <a:ext cx="2880360" cy="2581275"/>
          </a:xfrm>
          <a:custGeom>
            <a:avLst/>
            <a:gdLst>
              <a:gd name="sw" fmla="*/ 1 w 4535"/>
              <a:gd name="sh" fmla="*/ 1 h 4065"/>
              <a:gd name="mins" fmla="min sw sh"/>
              <a:gd name="dsw" fmla="+- 0 sw mins"/>
              <a:gd name="dsh" fmla="+- 0 sh mins"/>
              <a:gd name="p0x0" fmla="*/ 120 w 4535"/>
              <a:gd name="p0y0" fmla="*/ 0 h 4065"/>
              <a:gd name="p0x1" fmla="*/ 4415 w 4535"/>
              <a:gd name="p0y1" fmla="*/ 0 h 4065"/>
              <a:gd name="p0x2" fmla="*/ 4481 w 4535"/>
              <a:gd name="p0y2" fmla="*/ 0 h 4065"/>
              <a:gd name="p0x3" fmla="*/ 4535 w 4535"/>
              <a:gd name="p0y3" fmla="*/ 53 h 4065"/>
              <a:gd name="p0x4" fmla="*/ 4535 w 4535"/>
              <a:gd name="p0y4" fmla="*/ 120 h 4065"/>
              <a:gd name="p0x5" fmla="*/ 4535 w 4535"/>
              <a:gd name="p0y5" fmla="*/ 3945 h 4065"/>
              <a:gd name="p0x6" fmla="*/ 4535 w 4535"/>
              <a:gd name="p0y6" fmla="*/ 4011 h 4065"/>
              <a:gd name="p0x7" fmla="*/ 4481 w 4535"/>
              <a:gd name="p0y7" fmla="*/ 4065 h 4065"/>
              <a:gd name="p0x8" fmla="*/ 4415 w 4535"/>
              <a:gd name="p0y8" fmla="*/ 4065 h 4065"/>
              <a:gd name="p0x9" fmla="*/ 120 w 4535"/>
              <a:gd name="p0y9" fmla="*/ 4065 h 4065"/>
              <a:gd name="p0x10" fmla="*/ 53 w 4535"/>
              <a:gd name="p0y10" fmla="*/ 4065 h 4065"/>
              <a:gd name="p0x11" fmla="*/ 0 w 4535"/>
              <a:gd name="p0y11" fmla="*/ 4011 h 4065"/>
              <a:gd name="p0x12" fmla="*/ 0 w 4535"/>
              <a:gd name="p0y12" fmla="*/ 3945 h 4065"/>
              <a:gd name="p0x13" fmla="*/ 0 w 4535"/>
              <a:gd name="p0y13" fmla="*/ 120 h 4065"/>
              <a:gd name="p0x14" fmla="*/ 0 w 4535"/>
              <a:gd name="p0y14" fmla="*/ 53 h 4065"/>
              <a:gd name="p0x15" fmla="*/ 53 w 4535"/>
              <a:gd name="p0y15" fmla="*/ 0 h 4065"/>
              <a:gd name="p0x16" fmla="*/ 120 w 4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3851275" y="16840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3937000" y="1764665"/>
            <a:ext cx="247650" cy="2527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384853" y="1735503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仪表盘功能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3851453" y="2240328"/>
            <a:ext cx="248937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趋势、学分统计、成长数据</a:t>
            </a:r>
            <a:endParaRPr lang="zh-CN" altLang="en-US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3851453" y="2827010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数据可视化呈现，一目了然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575945" y="3890645"/>
            <a:ext cx="2879725" cy="2581275"/>
          </a:xfrm>
          <a:custGeom>
            <a:avLst/>
            <a:gdLst>
              <a:gd name="sw" fmla="*/ 1 w 4535"/>
              <a:gd name="sh" fmla="*/ 1 h 4065"/>
              <a:gd name="mins" fmla="min sw sh"/>
              <a:gd name="dsw" fmla="+- 0 sw mins"/>
              <a:gd name="dsh" fmla="+- 0 sh mins"/>
              <a:gd name="p0x0" fmla="*/ 120 w 4535"/>
              <a:gd name="p0y0" fmla="*/ 0 h 4065"/>
              <a:gd name="p0x1" fmla="*/ 4415 w 4535"/>
              <a:gd name="p0y1" fmla="*/ 0 h 4065"/>
              <a:gd name="p0x2" fmla="*/ 4481 w 4535"/>
              <a:gd name="p0y2" fmla="*/ 0 h 4065"/>
              <a:gd name="p0x3" fmla="*/ 4535 w 4535"/>
              <a:gd name="p0y3" fmla="*/ 53 h 4065"/>
              <a:gd name="p0x4" fmla="*/ 4535 w 4535"/>
              <a:gd name="p0y4" fmla="*/ 120 h 4065"/>
              <a:gd name="p0x5" fmla="*/ 4535 w 4535"/>
              <a:gd name="p0y5" fmla="*/ 3945 h 4065"/>
              <a:gd name="p0x6" fmla="*/ 4535 w 4535"/>
              <a:gd name="p0y6" fmla="*/ 4011 h 4065"/>
              <a:gd name="p0x7" fmla="*/ 4481 w 4535"/>
              <a:gd name="p0y7" fmla="*/ 4065 h 4065"/>
              <a:gd name="p0x8" fmla="*/ 4415 w 4535"/>
              <a:gd name="p0y8" fmla="*/ 4065 h 4065"/>
              <a:gd name="p0x9" fmla="*/ 120 w 4535"/>
              <a:gd name="p0y9" fmla="*/ 4065 h 4065"/>
              <a:gd name="p0x10" fmla="*/ 53 w 4535"/>
              <a:gd name="p0y10" fmla="*/ 4065 h 4065"/>
              <a:gd name="p0x11" fmla="*/ 0 w 4535"/>
              <a:gd name="p0y11" fmla="*/ 4011 h 4065"/>
              <a:gd name="p0x12" fmla="*/ 0 w 4535"/>
              <a:gd name="p0y12" fmla="*/ 3945 h 4065"/>
              <a:gd name="p0x13" fmla="*/ 0 w 4535"/>
              <a:gd name="p0y13" fmla="*/ 120 h 4065"/>
              <a:gd name="p0x14" fmla="*/ 0 w 4535"/>
              <a:gd name="p0y14" fmla="*/ 53 h 4065"/>
              <a:gd name="p0x15" fmla="*/ 53 w 4535"/>
              <a:gd name="p0y15" fmla="*/ 0 h 4065"/>
              <a:gd name="p0x16" fmla="*/ 120 w 4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771525" y="46024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5278" r="-2000" b="-5278"/>
          <a:stretch>
            <a:fillRect/>
          </a:stretch>
        </p:blipFill>
        <p:spPr>
          <a:xfrm>
            <a:off x="857250" y="4683125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1304925" y="4653943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课程管理功能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771525" y="5158768"/>
            <a:ext cx="2571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支持课程录入、编辑与成绩管理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771525" y="5471160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完整的课程生命周期管理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3655695" y="3890645"/>
            <a:ext cx="2880360" cy="2581275"/>
          </a:xfrm>
          <a:custGeom>
            <a:avLst/>
            <a:gdLst>
              <a:gd name="sw" fmla="*/ 1 w 4535"/>
              <a:gd name="sh" fmla="*/ 1 h 4065"/>
              <a:gd name="mins" fmla="min sw sh"/>
              <a:gd name="dsw" fmla="+- 0 sw mins"/>
              <a:gd name="dsh" fmla="+- 0 sh mins"/>
              <a:gd name="p0x0" fmla="*/ 120 w 4535"/>
              <a:gd name="p0y0" fmla="*/ 0 h 4065"/>
              <a:gd name="p0x1" fmla="*/ 4415 w 4535"/>
              <a:gd name="p0y1" fmla="*/ 0 h 4065"/>
              <a:gd name="p0x2" fmla="*/ 4481 w 4535"/>
              <a:gd name="p0y2" fmla="*/ 0 h 4065"/>
              <a:gd name="p0x3" fmla="*/ 4535 w 4535"/>
              <a:gd name="p0y3" fmla="*/ 53 h 4065"/>
              <a:gd name="p0x4" fmla="*/ 4535 w 4535"/>
              <a:gd name="p0y4" fmla="*/ 120 h 4065"/>
              <a:gd name="p0x5" fmla="*/ 4535 w 4535"/>
              <a:gd name="p0y5" fmla="*/ 3945 h 4065"/>
              <a:gd name="p0x6" fmla="*/ 4535 w 4535"/>
              <a:gd name="p0y6" fmla="*/ 4011 h 4065"/>
              <a:gd name="p0x7" fmla="*/ 4481 w 4535"/>
              <a:gd name="p0y7" fmla="*/ 4065 h 4065"/>
              <a:gd name="p0x8" fmla="*/ 4415 w 4535"/>
              <a:gd name="p0y8" fmla="*/ 4065 h 4065"/>
              <a:gd name="p0x9" fmla="*/ 120 w 4535"/>
              <a:gd name="p0y9" fmla="*/ 4065 h 4065"/>
              <a:gd name="p0x10" fmla="*/ 53 w 4535"/>
              <a:gd name="p0y10" fmla="*/ 4065 h 4065"/>
              <a:gd name="p0x11" fmla="*/ 0 w 4535"/>
              <a:gd name="p0y11" fmla="*/ 4011 h 4065"/>
              <a:gd name="p0x12" fmla="*/ 0 w 4535"/>
              <a:gd name="p0y12" fmla="*/ 3945 h 4065"/>
              <a:gd name="p0x13" fmla="*/ 0 w 4535"/>
              <a:gd name="p0y13" fmla="*/ 120 h 4065"/>
              <a:gd name="p0x14" fmla="*/ 0 w 4535"/>
              <a:gd name="p0y14" fmla="*/ 53 h 4065"/>
              <a:gd name="p0x15" fmla="*/ 53 w 4535"/>
              <a:gd name="p0y15" fmla="*/ 0 h 4065"/>
              <a:gd name="p0x16" fmla="*/ 120 w 4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3851275" y="44462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473" t="-3067" r="-2473" b="-3067"/>
          <a:stretch>
            <a:fillRect/>
          </a:stretch>
        </p:blipFill>
        <p:spPr>
          <a:xfrm>
            <a:off x="3905885" y="4526915"/>
            <a:ext cx="309880" cy="2527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4384853" y="4354878"/>
            <a:ext cx="1449515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智能分析功能</a:t>
            </a:r>
            <a:endParaRPr lang="zh-CN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5909945" y="4436745"/>
            <a:ext cx="430530" cy="438150"/>
          </a:xfrm>
          <a:custGeom>
            <a:avLst/>
            <a:gdLst>
              <a:gd name="sw" fmla="*/ 1 w 677"/>
              <a:gd name="sh" fmla="*/ 1 h 690"/>
              <a:gd name="mins" fmla="min sw sh"/>
              <a:gd name="dsw" fmla="+- 0 sw mins"/>
              <a:gd name="dsh" fmla="+- 0 sh mins"/>
              <a:gd name="p0x0" fmla="*/ 60 w 677"/>
              <a:gd name="p0y0" fmla="*/ 0 h 690"/>
              <a:gd name="p0x1" fmla="*/ 617 w 677"/>
              <a:gd name="p0y1" fmla="*/ 0 h 690"/>
              <a:gd name="p0x2" fmla="*/ 650 w 677"/>
              <a:gd name="p0y2" fmla="*/ 0 h 690"/>
              <a:gd name="p0x3" fmla="*/ 677 w 677"/>
              <a:gd name="p0y3" fmla="*/ 26 h 690"/>
              <a:gd name="p0x4" fmla="*/ 677 w 677"/>
              <a:gd name="p0y4" fmla="*/ 60 h 690"/>
              <a:gd name="p0x5" fmla="*/ 677 w 677"/>
              <a:gd name="p0y5" fmla="*/ 630 h 690"/>
              <a:gd name="p0x6" fmla="*/ 677 w 677"/>
              <a:gd name="p0y6" fmla="*/ 663 h 690"/>
              <a:gd name="p0x7" fmla="*/ 650 w 677"/>
              <a:gd name="p0y7" fmla="*/ 690 h 690"/>
              <a:gd name="p0x8" fmla="*/ 617 w 677"/>
              <a:gd name="p0y8" fmla="*/ 690 h 690"/>
              <a:gd name="p0x9" fmla="*/ 60 w 677"/>
              <a:gd name="p0y9" fmla="*/ 690 h 690"/>
              <a:gd name="p0x10" fmla="*/ 26 w 677"/>
              <a:gd name="p0y10" fmla="*/ 690 h 690"/>
              <a:gd name="p0x11" fmla="*/ 0 w 677"/>
              <a:gd name="p0y11" fmla="*/ 663 h 690"/>
              <a:gd name="p0x12" fmla="*/ 0 w 677"/>
              <a:gd name="p0y12" fmla="*/ 630 h 690"/>
              <a:gd name="p0x13" fmla="*/ 0 w 677"/>
              <a:gd name="p0y13" fmla="*/ 60 h 690"/>
              <a:gd name="p0x14" fmla="*/ 0 w 677"/>
              <a:gd name="p0y14" fmla="*/ 26 h 690"/>
              <a:gd name="p0x15" fmla="*/ 26 w 677"/>
              <a:gd name="p0y15" fmla="*/ 0 h 690"/>
              <a:gd name="p0x16" fmla="*/ 60 w 677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5986767" y="4455843"/>
            <a:ext cx="27786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亮点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3851453" y="5078778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自动分析个人能力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5"/>
            </p:custDataLst>
          </p:nvPr>
        </p:nvSpPr>
        <p:spPr>
          <a:xfrm>
            <a:off x="3851453" y="5391169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生成优势与不足报告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3851453" y="5703560"/>
            <a:ext cx="24893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提供个性化发展建议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7"/>
            </p:custDataLst>
          </p:nvPr>
        </p:nvSpPr>
        <p:spPr>
          <a:xfrm>
            <a:off x="6754495" y="1109345"/>
            <a:ext cx="4860925" cy="1704975"/>
          </a:xfrm>
          <a:custGeom>
            <a:avLst/>
            <a:gdLst>
              <a:gd name="sw" fmla="*/ 1 w 7654"/>
              <a:gd name="sh" fmla="*/ 1 h 2685"/>
              <a:gd name="mins" fmla="min sw sh"/>
              <a:gd name="dsw" fmla="+- 0 sw mins"/>
              <a:gd name="dsh" fmla="+- 0 sh mins"/>
              <a:gd name="p0x0" fmla="*/ 120 w 7654"/>
              <a:gd name="p0y0" fmla="*/ 0 h 2685"/>
              <a:gd name="p0x1" fmla="*/ 7534 w 7654"/>
              <a:gd name="p0y1" fmla="*/ 0 h 2685"/>
              <a:gd name="p0x2" fmla="*/ 7600 w 7654"/>
              <a:gd name="p0y2" fmla="*/ 0 h 2685"/>
              <a:gd name="p0x3" fmla="*/ 7654 w 7654"/>
              <a:gd name="p0y3" fmla="*/ 53 h 2685"/>
              <a:gd name="p0x4" fmla="*/ 7654 w 7654"/>
              <a:gd name="p0y4" fmla="*/ 120 h 2685"/>
              <a:gd name="p0x5" fmla="*/ 7654 w 7654"/>
              <a:gd name="p0y5" fmla="*/ 2565 h 2685"/>
              <a:gd name="p0x6" fmla="*/ 7654 w 7654"/>
              <a:gd name="p0y6" fmla="*/ 2631 h 2685"/>
              <a:gd name="p0x7" fmla="*/ 7600 w 7654"/>
              <a:gd name="p0y7" fmla="*/ 2685 h 2685"/>
              <a:gd name="p0x8" fmla="*/ 7534 w 7654"/>
              <a:gd name="p0y8" fmla="*/ 2685 h 2685"/>
              <a:gd name="p0x9" fmla="*/ 120 w 7654"/>
              <a:gd name="p0y9" fmla="*/ 2685 h 2685"/>
              <a:gd name="p0x10" fmla="*/ 53 w 7654"/>
              <a:gd name="p0y10" fmla="*/ 2685 h 2685"/>
              <a:gd name="p0x11" fmla="*/ 0 w 7654"/>
              <a:gd name="p0y11" fmla="*/ 2631 h 2685"/>
              <a:gd name="p0x12" fmla="*/ 0 w 7654"/>
              <a:gd name="p0y12" fmla="*/ 2565 h 2685"/>
              <a:gd name="p0x13" fmla="*/ 0 w 7654"/>
              <a:gd name="p0y13" fmla="*/ 120 h 2685"/>
              <a:gd name="p0x14" fmla="*/ 0 w 7654"/>
              <a:gd name="p0y14" fmla="*/ 53 h 2685"/>
              <a:gd name="p0x15" fmla="*/ 53 w 7654"/>
              <a:gd name="p0y15" fmla="*/ 0 h 2685"/>
              <a:gd name="p0x16" fmla="*/ 120 w 7654"/>
              <a:gd name="p0y16" fmla="*/ 0 h 2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8"/>
            </p:custDataLst>
          </p:nvPr>
        </p:nvSpPr>
        <p:spPr>
          <a:xfrm>
            <a:off x="9018984" y="1272540"/>
            <a:ext cx="866251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42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8385267" y="1997440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大核心功能模块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0"/>
            </p:custDataLst>
          </p:nvPr>
        </p:nvSpPr>
        <p:spPr>
          <a:xfrm>
            <a:off x="8413842" y="2344283"/>
            <a:ext cx="17145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覆盖学生成长全场景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1"/>
            </p:custDataLst>
          </p:nvPr>
        </p:nvSpPr>
        <p:spPr>
          <a:xfrm>
            <a:off x="6754495" y="2938145"/>
            <a:ext cx="1151255" cy="742950"/>
          </a:xfrm>
          <a:custGeom>
            <a:avLst/>
            <a:gdLst>
              <a:gd name="sw" fmla="*/ 1 w 1812"/>
              <a:gd name="sh" fmla="*/ 1 h 1170"/>
              <a:gd name="mins" fmla="min sw sh"/>
              <a:gd name="dsw" fmla="+- 0 sw mins"/>
              <a:gd name="dsh" fmla="+- 0 sh mins"/>
              <a:gd name="p0x0" fmla="*/ 120 w 1812"/>
              <a:gd name="p0y0" fmla="*/ 0 h 1170"/>
              <a:gd name="p0x1" fmla="*/ 1692 w 1812"/>
              <a:gd name="p0y1" fmla="*/ 0 h 1170"/>
              <a:gd name="p0x2" fmla="*/ 1758 w 1812"/>
              <a:gd name="p0y2" fmla="*/ 0 h 1170"/>
              <a:gd name="p0x3" fmla="*/ 1812 w 1812"/>
              <a:gd name="p0y3" fmla="*/ 53 h 1170"/>
              <a:gd name="p0x4" fmla="*/ 1812 w 1812"/>
              <a:gd name="p0y4" fmla="*/ 120 h 1170"/>
              <a:gd name="p0x5" fmla="*/ 1812 w 1812"/>
              <a:gd name="p0y5" fmla="*/ 1050 h 1170"/>
              <a:gd name="p0x6" fmla="*/ 1812 w 1812"/>
              <a:gd name="p0y6" fmla="*/ 1116 h 1170"/>
              <a:gd name="p0x7" fmla="*/ 1758 w 1812"/>
              <a:gd name="p0y7" fmla="*/ 1170 h 1170"/>
              <a:gd name="p0x8" fmla="*/ 1692 w 1812"/>
              <a:gd name="p0y8" fmla="*/ 1170 h 1170"/>
              <a:gd name="p0x9" fmla="*/ 120 w 1812"/>
              <a:gd name="p0y9" fmla="*/ 1170 h 1170"/>
              <a:gd name="p0x10" fmla="*/ 53 w 1812"/>
              <a:gd name="p0y10" fmla="*/ 1170 h 1170"/>
              <a:gd name="p0x11" fmla="*/ 0 w 1812"/>
              <a:gd name="p0y11" fmla="*/ 1116 h 1170"/>
              <a:gd name="p0x12" fmla="*/ 0 w 1812"/>
              <a:gd name="p0y12" fmla="*/ 1050 h 1170"/>
              <a:gd name="p0x13" fmla="*/ 0 w 1812"/>
              <a:gd name="p0y13" fmla="*/ 120 h 1170"/>
              <a:gd name="p0x14" fmla="*/ 0 w 1812"/>
              <a:gd name="p0y14" fmla="*/ 53 h 1170"/>
              <a:gd name="p0x15" fmla="*/ 53 w 1812"/>
              <a:gd name="p0y15" fmla="*/ 0 h 1170"/>
              <a:gd name="p0x16" fmla="*/ 120 w 1812"/>
              <a:gd name="p0y16" fmla="*/ 0 h 11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42"/>
            </p:custDataLst>
          </p:nvPr>
        </p:nvSpPr>
        <p:spPr>
          <a:xfrm>
            <a:off x="7197090" y="30575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t="-3333" b="-3333"/>
          <a:stretch>
            <a:fillRect/>
          </a:stretch>
        </p:blipFill>
        <p:spPr>
          <a:xfrm>
            <a:off x="7254240" y="3114675"/>
            <a:ext cx="15240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6"/>
            </p:custDataLst>
          </p:nvPr>
        </p:nvSpPr>
        <p:spPr>
          <a:xfrm>
            <a:off x="7025649" y="336232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界面友好</a:t>
            </a:r>
            <a:endParaRPr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7"/>
            </p:custDataLst>
          </p:nvPr>
        </p:nvSpPr>
        <p:spPr>
          <a:xfrm>
            <a:off x="7991475" y="2938145"/>
            <a:ext cx="1150620" cy="742950"/>
          </a:xfrm>
          <a:custGeom>
            <a:avLst/>
            <a:gdLst>
              <a:gd name="sw" fmla="*/ 1 w 1812"/>
              <a:gd name="sh" fmla="*/ 1 h 1170"/>
              <a:gd name="mins" fmla="min sw sh"/>
              <a:gd name="dsw" fmla="+- 0 sw mins"/>
              <a:gd name="dsh" fmla="+- 0 sh mins"/>
              <a:gd name="p0x0" fmla="*/ 120 w 1812"/>
              <a:gd name="p0y0" fmla="*/ 0 h 1170"/>
              <a:gd name="p0x1" fmla="*/ 1692 w 1812"/>
              <a:gd name="p0y1" fmla="*/ 0 h 1170"/>
              <a:gd name="p0x2" fmla="*/ 1758 w 1812"/>
              <a:gd name="p0y2" fmla="*/ 0 h 1170"/>
              <a:gd name="p0x3" fmla="*/ 1812 w 1812"/>
              <a:gd name="p0y3" fmla="*/ 53 h 1170"/>
              <a:gd name="p0x4" fmla="*/ 1812 w 1812"/>
              <a:gd name="p0y4" fmla="*/ 120 h 1170"/>
              <a:gd name="p0x5" fmla="*/ 1812 w 1812"/>
              <a:gd name="p0y5" fmla="*/ 1050 h 1170"/>
              <a:gd name="p0x6" fmla="*/ 1812 w 1812"/>
              <a:gd name="p0y6" fmla="*/ 1116 h 1170"/>
              <a:gd name="p0x7" fmla="*/ 1758 w 1812"/>
              <a:gd name="p0y7" fmla="*/ 1170 h 1170"/>
              <a:gd name="p0x8" fmla="*/ 1692 w 1812"/>
              <a:gd name="p0y8" fmla="*/ 1170 h 1170"/>
              <a:gd name="p0x9" fmla="*/ 120 w 1812"/>
              <a:gd name="p0y9" fmla="*/ 1170 h 1170"/>
              <a:gd name="p0x10" fmla="*/ 53 w 1812"/>
              <a:gd name="p0y10" fmla="*/ 1170 h 1170"/>
              <a:gd name="p0x11" fmla="*/ 0 w 1812"/>
              <a:gd name="p0y11" fmla="*/ 1116 h 1170"/>
              <a:gd name="p0x12" fmla="*/ 0 w 1812"/>
              <a:gd name="p0y12" fmla="*/ 1050 h 1170"/>
              <a:gd name="p0x13" fmla="*/ 0 w 1812"/>
              <a:gd name="p0y13" fmla="*/ 120 h 1170"/>
              <a:gd name="p0x14" fmla="*/ 0 w 1812"/>
              <a:gd name="p0y14" fmla="*/ 53 h 1170"/>
              <a:gd name="p0x15" fmla="*/ 53 w 1812"/>
              <a:gd name="p0y15" fmla="*/ 0 h 1170"/>
              <a:gd name="p0x16" fmla="*/ 120 w 1812"/>
              <a:gd name="p0y16" fmla="*/ 0 h 11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8"/>
            </p:custDataLst>
          </p:nvPr>
        </p:nvSpPr>
        <p:spPr>
          <a:xfrm>
            <a:off x="8433435" y="30575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3846" r="-3846"/>
          <a:stretch>
            <a:fillRect/>
          </a:stretch>
        </p:blipFill>
        <p:spPr>
          <a:xfrm>
            <a:off x="8500110" y="3114675"/>
            <a:ext cx="13335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2"/>
            </p:custDataLst>
          </p:nvPr>
        </p:nvSpPr>
        <p:spPr>
          <a:xfrm>
            <a:off x="8262262" y="336232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操作便捷</a:t>
            </a:r>
            <a:endParaRPr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3"/>
            </p:custDataLst>
          </p:nvPr>
        </p:nvSpPr>
        <p:spPr>
          <a:xfrm>
            <a:off x="9227820" y="2938145"/>
            <a:ext cx="1151255" cy="742950"/>
          </a:xfrm>
          <a:custGeom>
            <a:avLst/>
            <a:gdLst>
              <a:gd name="sw" fmla="*/ 1 w 1812"/>
              <a:gd name="sh" fmla="*/ 1 h 1170"/>
              <a:gd name="mins" fmla="min sw sh"/>
              <a:gd name="dsw" fmla="+- 0 sw mins"/>
              <a:gd name="dsh" fmla="+- 0 sh mins"/>
              <a:gd name="p0x0" fmla="*/ 120 w 1812"/>
              <a:gd name="p0y0" fmla="*/ 0 h 1170"/>
              <a:gd name="p0x1" fmla="*/ 1692 w 1812"/>
              <a:gd name="p0y1" fmla="*/ 0 h 1170"/>
              <a:gd name="p0x2" fmla="*/ 1758 w 1812"/>
              <a:gd name="p0y2" fmla="*/ 0 h 1170"/>
              <a:gd name="p0x3" fmla="*/ 1812 w 1812"/>
              <a:gd name="p0y3" fmla="*/ 53 h 1170"/>
              <a:gd name="p0x4" fmla="*/ 1812 w 1812"/>
              <a:gd name="p0y4" fmla="*/ 120 h 1170"/>
              <a:gd name="p0x5" fmla="*/ 1812 w 1812"/>
              <a:gd name="p0y5" fmla="*/ 1050 h 1170"/>
              <a:gd name="p0x6" fmla="*/ 1812 w 1812"/>
              <a:gd name="p0y6" fmla="*/ 1116 h 1170"/>
              <a:gd name="p0x7" fmla="*/ 1758 w 1812"/>
              <a:gd name="p0y7" fmla="*/ 1170 h 1170"/>
              <a:gd name="p0x8" fmla="*/ 1692 w 1812"/>
              <a:gd name="p0y8" fmla="*/ 1170 h 1170"/>
              <a:gd name="p0x9" fmla="*/ 120 w 1812"/>
              <a:gd name="p0y9" fmla="*/ 1170 h 1170"/>
              <a:gd name="p0x10" fmla="*/ 53 w 1812"/>
              <a:gd name="p0y10" fmla="*/ 1170 h 1170"/>
              <a:gd name="p0x11" fmla="*/ 0 w 1812"/>
              <a:gd name="p0y11" fmla="*/ 1116 h 1170"/>
              <a:gd name="p0x12" fmla="*/ 0 w 1812"/>
              <a:gd name="p0y12" fmla="*/ 1050 h 1170"/>
              <a:gd name="p0x13" fmla="*/ 0 w 1812"/>
              <a:gd name="p0y13" fmla="*/ 120 h 1170"/>
              <a:gd name="p0x14" fmla="*/ 0 w 1812"/>
              <a:gd name="p0y14" fmla="*/ 53 h 1170"/>
              <a:gd name="p0x15" fmla="*/ 53 w 1812"/>
              <a:gd name="p0y15" fmla="*/ 0 h 1170"/>
              <a:gd name="p0x16" fmla="*/ 120 w 1812"/>
              <a:gd name="p0y16" fmla="*/ 0 h 11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54"/>
            </p:custDataLst>
          </p:nvPr>
        </p:nvSpPr>
        <p:spPr>
          <a:xfrm>
            <a:off x="9669780" y="30575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3125" r="-3125"/>
          <a:stretch>
            <a:fillRect/>
          </a:stretch>
        </p:blipFill>
        <p:spPr>
          <a:xfrm>
            <a:off x="9736455" y="3114675"/>
            <a:ext cx="133350" cy="15240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58"/>
            </p:custDataLst>
          </p:nvPr>
        </p:nvSpPr>
        <p:spPr>
          <a:xfrm>
            <a:off x="9498873" y="336232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响应迅速</a:t>
            </a:r>
            <a:endParaRPr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9"/>
            </p:custDataLst>
          </p:nvPr>
        </p:nvSpPr>
        <p:spPr>
          <a:xfrm>
            <a:off x="10464800" y="2938145"/>
            <a:ext cx="1150620" cy="742950"/>
          </a:xfrm>
          <a:custGeom>
            <a:avLst/>
            <a:gdLst>
              <a:gd name="sw" fmla="*/ 1 w 1812"/>
              <a:gd name="sh" fmla="*/ 1 h 1170"/>
              <a:gd name="mins" fmla="min sw sh"/>
              <a:gd name="dsw" fmla="+- 0 sw mins"/>
              <a:gd name="dsh" fmla="+- 0 sh mins"/>
              <a:gd name="p0x0" fmla="*/ 120 w 1812"/>
              <a:gd name="p0y0" fmla="*/ 0 h 1170"/>
              <a:gd name="p0x1" fmla="*/ 1692 w 1812"/>
              <a:gd name="p0y1" fmla="*/ 0 h 1170"/>
              <a:gd name="p0x2" fmla="*/ 1758 w 1812"/>
              <a:gd name="p0y2" fmla="*/ 0 h 1170"/>
              <a:gd name="p0x3" fmla="*/ 1812 w 1812"/>
              <a:gd name="p0y3" fmla="*/ 53 h 1170"/>
              <a:gd name="p0x4" fmla="*/ 1812 w 1812"/>
              <a:gd name="p0y4" fmla="*/ 120 h 1170"/>
              <a:gd name="p0x5" fmla="*/ 1812 w 1812"/>
              <a:gd name="p0y5" fmla="*/ 1050 h 1170"/>
              <a:gd name="p0x6" fmla="*/ 1812 w 1812"/>
              <a:gd name="p0y6" fmla="*/ 1116 h 1170"/>
              <a:gd name="p0x7" fmla="*/ 1758 w 1812"/>
              <a:gd name="p0y7" fmla="*/ 1170 h 1170"/>
              <a:gd name="p0x8" fmla="*/ 1692 w 1812"/>
              <a:gd name="p0y8" fmla="*/ 1170 h 1170"/>
              <a:gd name="p0x9" fmla="*/ 120 w 1812"/>
              <a:gd name="p0y9" fmla="*/ 1170 h 1170"/>
              <a:gd name="p0x10" fmla="*/ 53 w 1812"/>
              <a:gd name="p0y10" fmla="*/ 1170 h 1170"/>
              <a:gd name="p0x11" fmla="*/ 0 w 1812"/>
              <a:gd name="p0y11" fmla="*/ 1116 h 1170"/>
              <a:gd name="p0x12" fmla="*/ 0 w 1812"/>
              <a:gd name="p0y12" fmla="*/ 1050 h 1170"/>
              <a:gd name="p0x13" fmla="*/ 0 w 1812"/>
              <a:gd name="p0y13" fmla="*/ 120 h 1170"/>
              <a:gd name="p0x14" fmla="*/ 0 w 1812"/>
              <a:gd name="p0y14" fmla="*/ 53 h 1170"/>
              <a:gd name="p0x15" fmla="*/ 53 w 1812"/>
              <a:gd name="p0y15" fmla="*/ 0 h 1170"/>
              <a:gd name="p0x16" fmla="*/ 120 w 1812"/>
              <a:gd name="p0y16" fmla="*/ 0 h 11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60"/>
            </p:custDataLst>
          </p:nvPr>
        </p:nvSpPr>
        <p:spPr>
          <a:xfrm>
            <a:off x="10906760" y="30575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10963910" y="3114675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4"/>
            </p:custDataLst>
          </p:nvPr>
        </p:nvSpPr>
        <p:spPr>
          <a:xfrm>
            <a:off x="10735484" y="336232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功能完善</a:t>
            </a:r>
            <a:endParaRPr sz="1200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5"/>
            </p:custDataLst>
          </p:nvPr>
        </p:nvSpPr>
        <p:spPr>
          <a:xfrm>
            <a:off x="6754495" y="3900170"/>
            <a:ext cx="4860925" cy="774700"/>
          </a:xfrm>
          <a:custGeom>
            <a:avLst/>
            <a:gdLst>
              <a:gd name="sw" fmla="*/ 1 w 7654"/>
              <a:gd name="sh" fmla="*/ 1 h 1220"/>
              <a:gd name="mins" fmla="min sw sh"/>
              <a:gd name="dsw" fmla="+- 0 sw mins"/>
              <a:gd name="dsh" fmla="+- 0 sh mins"/>
              <a:gd name="p0x0" fmla="*/ 120 w 7654"/>
              <a:gd name="p0y0" fmla="*/ 0 h 1220"/>
              <a:gd name="p0x1" fmla="*/ 7534 w 7654"/>
              <a:gd name="p0y1" fmla="*/ 0 h 1220"/>
              <a:gd name="p0x2" fmla="*/ 7600 w 7654"/>
              <a:gd name="p0y2" fmla="*/ 0 h 1220"/>
              <a:gd name="p0x3" fmla="*/ 7654 w 7654"/>
              <a:gd name="p0y3" fmla="*/ 53 h 1220"/>
              <a:gd name="p0x4" fmla="*/ 7654 w 7654"/>
              <a:gd name="p0y4" fmla="*/ 120 h 1220"/>
              <a:gd name="p0x5" fmla="*/ 7654 w 7654"/>
              <a:gd name="p0y5" fmla="*/ 1100 h 1220"/>
              <a:gd name="p0x6" fmla="*/ 7654 w 7654"/>
              <a:gd name="p0y6" fmla="*/ 1166 h 1220"/>
              <a:gd name="p0x7" fmla="*/ 7600 w 7654"/>
              <a:gd name="p0y7" fmla="*/ 1220 h 1220"/>
              <a:gd name="p0x8" fmla="*/ 7534 w 7654"/>
              <a:gd name="p0y8" fmla="*/ 1220 h 1220"/>
              <a:gd name="p0x9" fmla="*/ 120 w 7654"/>
              <a:gd name="p0y9" fmla="*/ 1220 h 1220"/>
              <a:gd name="p0x10" fmla="*/ 53 w 7654"/>
              <a:gd name="p0y10" fmla="*/ 1220 h 1220"/>
              <a:gd name="p0x11" fmla="*/ 0 w 7654"/>
              <a:gd name="p0y11" fmla="*/ 1166 h 1220"/>
              <a:gd name="p0x12" fmla="*/ 0 w 7654"/>
              <a:gd name="p0y12" fmla="*/ 1100 h 1220"/>
              <a:gd name="p0x13" fmla="*/ 0 w 7654"/>
              <a:gd name="p0y13" fmla="*/ 120 h 1220"/>
              <a:gd name="p0x14" fmla="*/ 0 w 7654"/>
              <a:gd name="p0y14" fmla="*/ 53 h 1220"/>
              <a:gd name="p0x15" fmla="*/ 53 w 7654"/>
              <a:gd name="p0y15" fmla="*/ 0 h 1220"/>
              <a:gd name="p0x16" fmla="*/ 120 w 7654"/>
              <a:gd name="p0y16" fmla="*/ 0 h 12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66"/>
            </p:custDataLst>
          </p:nvPr>
        </p:nvSpPr>
        <p:spPr>
          <a:xfrm>
            <a:off x="6950075" y="41160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7016750" y="4177665"/>
            <a:ext cx="209550" cy="21463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70"/>
            </p:custDataLst>
          </p:nvPr>
        </p:nvSpPr>
        <p:spPr>
          <a:xfrm>
            <a:off x="7407545" y="3998338"/>
            <a:ext cx="401293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模块化架构设计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71"/>
            </p:custDataLst>
          </p:nvPr>
        </p:nvSpPr>
        <p:spPr>
          <a:xfrm>
            <a:off x="7407545" y="4273610"/>
            <a:ext cx="40129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功能独立解耦，易于扩展维护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72"/>
            </p:custDataLst>
          </p:nvPr>
        </p:nvSpPr>
        <p:spPr>
          <a:xfrm>
            <a:off x="6754495" y="4798695"/>
            <a:ext cx="4860925" cy="774700"/>
          </a:xfrm>
          <a:custGeom>
            <a:avLst/>
            <a:gdLst>
              <a:gd name="sw" fmla="*/ 1 w 7654"/>
              <a:gd name="sh" fmla="*/ 1 h 1220"/>
              <a:gd name="mins" fmla="min sw sh"/>
              <a:gd name="dsw" fmla="+- 0 sw mins"/>
              <a:gd name="dsh" fmla="+- 0 sh mins"/>
              <a:gd name="p0x0" fmla="*/ 120 w 7654"/>
              <a:gd name="p0y0" fmla="*/ 0 h 1220"/>
              <a:gd name="p0x1" fmla="*/ 7534 w 7654"/>
              <a:gd name="p0y1" fmla="*/ 0 h 1220"/>
              <a:gd name="p0x2" fmla="*/ 7600 w 7654"/>
              <a:gd name="p0y2" fmla="*/ 0 h 1220"/>
              <a:gd name="p0x3" fmla="*/ 7654 w 7654"/>
              <a:gd name="p0y3" fmla="*/ 53 h 1220"/>
              <a:gd name="p0x4" fmla="*/ 7654 w 7654"/>
              <a:gd name="p0y4" fmla="*/ 120 h 1220"/>
              <a:gd name="p0x5" fmla="*/ 7654 w 7654"/>
              <a:gd name="p0y5" fmla="*/ 1100 h 1220"/>
              <a:gd name="p0x6" fmla="*/ 7654 w 7654"/>
              <a:gd name="p0y6" fmla="*/ 1166 h 1220"/>
              <a:gd name="p0x7" fmla="*/ 7600 w 7654"/>
              <a:gd name="p0y7" fmla="*/ 1220 h 1220"/>
              <a:gd name="p0x8" fmla="*/ 7534 w 7654"/>
              <a:gd name="p0y8" fmla="*/ 1220 h 1220"/>
              <a:gd name="p0x9" fmla="*/ 120 w 7654"/>
              <a:gd name="p0y9" fmla="*/ 1220 h 1220"/>
              <a:gd name="p0x10" fmla="*/ 53 w 7654"/>
              <a:gd name="p0y10" fmla="*/ 1220 h 1220"/>
              <a:gd name="p0x11" fmla="*/ 0 w 7654"/>
              <a:gd name="p0y11" fmla="*/ 1166 h 1220"/>
              <a:gd name="p0x12" fmla="*/ 0 w 7654"/>
              <a:gd name="p0y12" fmla="*/ 1100 h 1220"/>
              <a:gd name="p0x13" fmla="*/ 0 w 7654"/>
              <a:gd name="p0y13" fmla="*/ 120 h 1220"/>
              <a:gd name="p0x14" fmla="*/ 0 w 7654"/>
              <a:gd name="p0y14" fmla="*/ 53 h 1220"/>
              <a:gd name="p0x15" fmla="*/ 53 w 7654"/>
              <a:gd name="p0y15" fmla="*/ 0 h 1220"/>
              <a:gd name="p0x16" fmla="*/ 120 w 7654"/>
              <a:gd name="p0y16" fmla="*/ 0 h 12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>
            <p:custDataLst>
              <p:tags r:id="rId73"/>
            </p:custDataLst>
          </p:nvPr>
        </p:nvSpPr>
        <p:spPr>
          <a:xfrm>
            <a:off x="6950075" y="50145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7895" t="-3492" r="-7895" b="-3492"/>
          <a:stretch>
            <a:fillRect/>
          </a:stretch>
        </p:blipFill>
        <p:spPr>
          <a:xfrm>
            <a:off x="7016750" y="5076825"/>
            <a:ext cx="209550" cy="213995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77"/>
            </p:custDataLst>
          </p:nvPr>
        </p:nvSpPr>
        <p:spPr>
          <a:xfrm>
            <a:off x="7407545" y="4896888"/>
            <a:ext cx="401293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安全权限管控</a:t>
            </a:r>
            <a:endParaRPr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78"/>
            </p:custDataLst>
          </p:nvPr>
        </p:nvSpPr>
        <p:spPr>
          <a:xfrm>
            <a:off x="7407545" y="5172161"/>
            <a:ext cx="40129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身份认证与数据访问双重保障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79"/>
            </p:custDataLst>
          </p:nvPr>
        </p:nvSpPr>
        <p:spPr>
          <a:xfrm>
            <a:off x="6754495" y="5697220"/>
            <a:ext cx="4860925" cy="774700"/>
          </a:xfrm>
          <a:custGeom>
            <a:avLst/>
            <a:gdLst>
              <a:gd name="sw" fmla="*/ 1 w 7654"/>
              <a:gd name="sh" fmla="*/ 1 h 1220"/>
              <a:gd name="mins" fmla="min sw sh"/>
              <a:gd name="dsw" fmla="+- 0 sw mins"/>
              <a:gd name="dsh" fmla="+- 0 sh mins"/>
              <a:gd name="p0x0" fmla="*/ 120 w 7654"/>
              <a:gd name="p0y0" fmla="*/ 0 h 1220"/>
              <a:gd name="p0x1" fmla="*/ 7534 w 7654"/>
              <a:gd name="p0y1" fmla="*/ 0 h 1220"/>
              <a:gd name="p0x2" fmla="*/ 7600 w 7654"/>
              <a:gd name="p0y2" fmla="*/ 0 h 1220"/>
              <a:gd name="p0x3" fmla="*/ 7654 w 7654"/>
              <a:gd name="p0y3" fmla="*/ 53 h 1220"/>
              <a:gd name="p0x4" fmla="*/ 7654 w 7654"/>
              <a:gd name="p0y4" fmla="*/ 120 h 1220"/>
              <a:gd name="p0x5" fmla="*/ 7654 w 7654"/>
              <a:gd name="p0y5" fmla="*/ 1100 h 1220"/>
              <a:gd name="p0x6" fmla="*/ 7654 w 7654"/>
              <a:gd name="p0y6" fmla="*/ 1166 h 1220"/>
              <a:gd name="p0x7" fmla="*/ 7600 w 7654"/>
              <a:gd name="p0y7" fmla="*/ 1220 h 1220"/>
              <a:gd name="p0x8" fmla="*/ 7534 w 7654"/>
              <a:gd name="p0y8" fmla="*/ 1220 h 1220"/>
              <a:gd name="p0x9" fmla="*/ 120 w 7654"/>
              <a:gd name="p0y9" fmla="*/ 1220 h 1220"/>
              <a:gd name="p0x10" fmla="*/ 53 w 7654"/>
              <a:gd name="p0y10" fmla="*/ 1220 h 1220"/>
              <a:gd name="p0x11" fmla="*/ 0 w 7654"/>
              <a:gd name="p0y11" fmla="*/ 1166 h 1220"/>
              <a:gd name="p0x12" fmla="*/ 0 w 7654"/>
              <a:gd name="p0y12" fmla="*/ 1100 h 1220"/>
              <a:gd name="p0x13" fmla="*/ 0 w 7654"/>
              <a:gd name="p0y13" fmla="*/ 120 h 1220"/>
              <a:gd name="p0x14" fmla="*/ 0 w 7654"/>
              <a:gd name="p0y14" fmla="*/ 53 h 1220"/>
              <a:gd name="p0x15" fmla="*/ 53 w 7654"/>
              <a:gd name="p0y15" fmla="*/ 0 h 1220"/>
              <a:gd name="p0x16" fmla="*/ 120 w 7654"/>
              <a:gd name="p0y16" fmla="*/ 0 h 12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80"/>
            </p:custDataLst>
          </p:nvPr>
        </p:nvSpPr>
        <p:spPr>
          <a:xfrm>
            <a:off x="6950075" y="59131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l="-4348" t="-1061" r="-4348" b="-1061"/>
          <a:stretch>
            <a:fillRect/>
          </a:stretch>
        </p:blipFill>
        <p:spPr>
          <a:xfrm>
            <a:off x="7002145" y="5975350"/>
            <a:ext cx="238125" cy="213995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84"/>
            </p:custDataLst>
          </p:nvPr>
        </p:nvSpPr>
        <p:spPr>
          <a:xfrm>
            <a:off x="7407545" y="5795439"/>
            <a:ext cx="401293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5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赋能决策</a:t>
            </a:r>
            <a:endParaRPr lang="zh-CN" sz="15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85"/>
            </p:custDataLst>
          </p:nvPr>
        </p:nvSpPr>
        <p:spPr>
          <a:xfrm>
            <a:off x="7407545" y="6070711"/>
            <a:ext cx="40129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智能分析驱动个性化成长路径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创新拓展功能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5336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167" t="-3067" r="-4167" b="-3067"/>
          <a:stretch>
            <a:fillRect/>
          </a:stretch>
        </p:blipFill>
        <p:spPr>
          <a:xfrm>
            <a:off x="857250" y="26142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66825" y="2060258"/>
            <a:ext cx="679624" cy="1365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智能分析系统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2022475" y="2305050"/>
            <a:ext cx="375285" cy="876300"/>
          </a:xfrm>
          <a:custGeom>
            <a:avLst/>
            <a:gdLst>
              <a:gd name="sw" fmla="*/ 1 w 591"/>
              <a:gd name="sh" fmla="*/ 1 h 1380"/>
              <a:gd name="mins" fmla="min sw sh"/>
              <a:gd name="dsw" fmla="+- 0 sw mins"/>
              <a:gd name="dsh" fmla="+- 0 sh mins"/>
              <a:gd name="p0x0" fmla="*/ 60 w 591"/>
              <a:gd name="p0y0" fmla="*/ 0 h 1380"/>
              <a:gd name="p0x1" fmla="*/ 531 w 591"/>
              <a:gd name="p0y1" fmla="*/ 0 h 1380"/>
              <a:gd name="p0x2" fmla="*/ 564 w 591"/>
              <a:gd name="p0y2" fmla="*/ 0 h 1380"/>
              <a:gd name="p0x3" fmla="*/ 591 w 591"/>
              <a:gd name="p0y3" fmla="*/ 26 h 1380"/>
              <a:gd name="p0x4" fmla="*/ 591 w 591"/>
              <a:gd name="p0y4" fmla="*/ 60 h 1380"/>
              <a:gd name="p0x5" fmla="*/ 591 w 591"/>
              <a:gd name="p0y5" fmla="*/ 1320 h 1380"/>
              <a:gd name="p0x6" fmla="*/ 591 w 591"/>
              <a:gd name="p0y6" fmla="*/ 1353 h 1380"/>
              <a:gd name="p0x7" fmla="*/ 564 w 591"/>
              <a:gd name="p0y7" fmla="*/ 1380 h 1380"/>
              <a:gd name="p0x8" fmla="*/ 531 w 591"/>
              <a:gd name="p0y8" fmla="*/ 1380 h 1380"/>
              <a:gd name="p0x9" fmla="*/ 60 w 591"/>
              <a:gd name="p0y9" fmla="*/ 1380 h 1380"/>
              <a:gd name="p0x10" fmla="*/ 26 w 591"/>
              <a:gd name="p0y10" fmla="*/ 1380 h 1380"/>
              <a:gd name="p0x11" fmla="*/ 0 w 591"/>
              <a:gd name="p0y11" fmla="*/ 1353 h 1380"/>
              <a:gd name="p0x12" fmla="*/ 0 w 591"/>
              <a:gd name="p0y12" fmla="*/ 1320 h 1380"/>
              <a:gd name="p0x13" fmla="*/ 0 w 591"/>
              <a:gd name="p0y13" fmla="*/ 60 h 1380"/>
              <a:gd name="p0x14" fmla="*/ 0 w 591"/>
              <a:gd name="p0y14" fmla="*/ 26 h 1380"/>
              <a:gd name="p0x15" fmla="*/ 26 w 591"/>
              <a:gd name="p0y15" fmla="*/ 0 h 1380"/>
              <a:gd name="p0x16" fmla="*/ 60 w 591"/>
              <a:gd name="p0y16" fmla="*/ 0 h 13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2098853" y="2343150"/>
            <a:ext cx="228676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核心创新</a:t>
            </a:r>
            <a:endParaRPr sz="1200" b="1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6957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125" r="-3125"/>
          <a:stretch>
            <a:fillRect/>
          </a:stretch>
        </p:blipFill>
        <p:spPr>
          <a:xfrm>
            <a:off x="838200" y="3752850"/>
            <a:ext cx="13335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152525" y="3509963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大模型接口</a:t>
            </a:r>
            <a:endParaRPr lang="zh-CN" altLang="en-US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771525" y="43815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847725" y="4438650"/>
            <a:ext cx="114300" cy="1524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152525" y="4195763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自动生成个人能力分析报告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771525" y="50673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38200" y="5124450"/>
            <a:ext cx="13335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152525" y="4881563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提供个性化成长建议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5"/>
            </p:custDataLst>
          </p:nvPr>
        </p:nvSpPr>
        <p:spPr>
          <a:xfrm>
            <a:off x="283146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3026410" y="2876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3143250" y="2957195"/>
            <a:ext cx="186055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3560416" y="2569845"/>
            <a:ext cx="1093441" cy="1032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</a:t>
            </a:r>
            <a:r>
              <a:rPr 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自动计算系统</a:t>
            </a:r>
            <a:endParaRPr 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3026410" y="3871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3333" t="-11538" r="-3333" b="-11538"/>
          <a:stretch>
            <a:fillRect/>
          </a:stretch>
        </p:blipFill>
        <p:spPr>
          <a:xfrm>
            <a:off x="3083560" y="3928745"/>
            <a:ext cx="152400" cy="1524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3408016" y="3686175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支持多种计算规则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3026410" y="45573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125" r="-3125"/>
          <a:stretch>
            <a:fillRect/>
          </a:stretch>
        </p:blipFill>
        <p:spPr>
          <a:xfrm>
            <a:off x="3093085" y="4614545"/>
            <a:ext cx="13335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40"/>
            </p:custDataLst>
          </p:nvPr>
        </p:nvSpPr>
        <p:spPr>
          <a:xfrm>
            <a:off x="3408016" y="4371975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一键计算学分绩点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41"/>
            </p:custDataLst>
          </p:nvPr>
        </p:nvSpPr>
        <p:spPr>
          <a:xfrm>
            <a:off x="5086985" y="1109345"/>
            <a:ext cx="2017395" cy="5362575"/>
          </a:xfrm>
          <a:custGeom>
            <a:avLst/>
            <a:gdLst>
              <a:gd name="sw" fmla="*/ 1 w 3177"/>
              <a:gd name="sh" fmla="*/ 1 h 8445"/>
              <a:gd name="mins" fmla="min sw sh"/>
              <a:gd name="dsw" fmla="+- 0 sw mins"/>
              <a:gd name="dsh" fmla="+- 0 sh mins"/>
              <a:gd name="p0x0" fmla="*/ 120 w 3177"/>
              <a:gd name="p0y0" fmla="*/ 0 h 8445"/>
              <a:gd name="p0x1" fmla="*/ 3057 w 3177"/>
              <a:gd name="p0y1" fmla="*/ 0 h 8445"/>
              <a:gd name="p0x2" fmla="*/ 3123 w 3177"/>
              <a:gd name="p0y2" fmla="*/ 0 h 8445"/>
              <a:gd name="p0x3" fmla="*/ 3177 w 3177"/>
              <a:gd name="p0y3" fmla="*/ 53 h 8445"/>
              <a:gd name="p0x4" fmla="*/ 3177 w 3177"/>
              <a:gd name="p0y4" fmla="*/ 120 h 8445"/>
              <a:gd name="p0x5" fmla="*/ 3177 w 3177"/>
              <a:gd name="p0y5" fmla="*/ 8325 h 8445"/>
              <a:gd name="p0x6" fmla="*/ 3177 w 3177"/>
              <a:gd name="p0y6" fmla="*/ 8391 h 8445"/>
              <a:gd name="p0x7" fmla="*/ 3123 w 3177"/>
              <a:gd name="p0y7" fmla="*/ 8445 h 8445"/>
              <a:gd name="p0x8" fmla="*/ 3057 w 3177"/>
              <a:gd name="p0y8" fmla="*/ 8445 h 8445"/>
              <a:gd name="p0x9" fmla="*/ 120 w 3177"/>
              <a:gd name="p0y9" fmla="*/ 8445 h 8445"/>
              <a:gd name="p0x10" fmla="*/ 53 w 3177"/>
              <a:gd name="p0y10" fmla="*/ 8445 h 8445"/>
              <a:gd name="p0x11" fmla="*/ 0 w 3177"/>
              <a:gd name="p0y11" fmla="*/ 8391 h 8445"/>
              <a:gd name="p0x12" fmla="*/ 0 w 3177"/>
              <a:gd name="p0y12" fmla="*/ 8325 h 8445"/>
              <a:gd name="p0x13" fmla="*/ 0 w 3177"/>
              <a:gd name="p0y13" fmla="*/ 120 h 8445"/>
              <a:gd name="p0x14" fmla="*/ 0 w 3177"/>
              <a:gd name="p0y14" fmla="*/ 53 h 8445"/>
              <a:gd name="p0x15" fmla="*/ 53 w 3177"/>
              <a:gd name="p0y15" fmla="*/ 0 h 8445"/>
              <a:gd name="p0x16" fmla="*/ 120 w 317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42"/>
            </p:custDataLst>
          </p:nvPr>
        </p:nvSpPr>
        <p:spPr>
          <a:xfrm>
            <a:off x="5281930" y="30289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5398770" y="3109595"/>
            <a:ext cx="18605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6"/>
            </p:custDataLst>
          </p:nvPr>
        </p:nvSpPr>
        <p:spPr>
          <a:xfrm>
            <a:off x="5815908" y="2722245"/>
            <a:ext cx="1200150" cy="1032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Excel/CSV</a:t>
            </a:r>
            <a:r>
              <a:rPr lang="zh-CN"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数据导入导出</a:t>
            </a:r>
            <a:endParaRPr lang="zh-CN"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7"/>
            </p:custDataLst>
          </p:nvPr>
        </p:nvSpPr>
        <p:spPr>
          <a:xfrm>
            <a:off x="5281930" y="3871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t="-3333" b="-3333"/>
          <a:stretch>
            <a:fillRect/>
          </a:stretch>
        </p:blipFill>
        <p:spPr>
          <a:xfrm>
            <a:off x="5348605" y="3928745"/>
            <a:ext cx="133350" cy="1524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51"/>
            </p:custDataLst>
          </p:nvPr>
        </p:nvSpPr>
        <p:spPr>
          <a:xfrm>
            <a:off x="5663508" y="3838575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批量数据导入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2"/>
            </p:custDataLst>
          </p:nvPr>
        </p:nvSpPr>
        <p:spPr>
          <a:xfrm>
            <a:off x="5281930" y="44049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t="-3333" b="-3333"/>
          <a:stretch>
            <a:fillRect/>
          </a:stretch>
        </p:blipFill>
        <p:spPr>
          <a:xfrm>
            <a:off x="5348605" y="4462145"/>
            <a:ext cx="13335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6"/>
            </p:custDataLst>
          </p:nvPr>
        </p:nvSpPr>
        <p:spPr>
          <a:xfrm>
            <a:off x="5663508" y="4219575"/>
            <a:ext cx="124591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数据备份与迁移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7"/>
            </p:custDataLst>
          </p:nvPr>
        </p:nvSpPr>
        <p:spPr>
          <a:xfrm>
            <a:off x="734250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8"/>
            </p:custDataLst>
          </p:nvPr>
        </p:nvSpPr>
        <p:spPr>
          <a:xfrm>
            <a:off x="7537450" y="2876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623175" y="2957195"/>
            <a:ext cx="247650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62"/>
            </p:custDataLst>
          </p:nvPr>
        </p:nvSpPr>
        <p:spPr>
          <a:xfrm>
            <a:off x="8071466" y="2736533"/>
            <a:ext cx="1093441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数据可视化展示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63"/>
            </p:custDataLst>
          </p:nvPr>
        </p:nvSpPr>
        <p:spPr>
          <a:xfrm>
            <a:off x="7537450" y="3705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-6250" t="-3333" r="-6250" b="-3333"/>
          <a:stretch>
            <a:fillRect/>
          </a:stretch>
        </p:blipFill>
        <p:spPr>
          <a:xfrm>
            <a:off x="7585075" y="3762375"/>
            <a:ext cx="171450" cy="15240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67"/>
            </p:custDataLst>
          </p:nvPr>
        </p:nvSpPr>
        <p:spPr>
          <a:xfrm>
            <a:off x="7919066" y="3519488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图表化呈现成长轨迹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8"/>
            </p:custDataLst>
          </p:nvPr>
        </p:nvSpPr>
        <p:spPr>
          <a:xfrm>
            <a:off x="7537450" y="4391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 t="-7143" b="-7143"/>
          <a:stretch>
            <a:fillRect/>
          </a:stretch>
        </p:blipFill>
        <p:spPr>
          <a:xfrm>
            <a:off x="7585075" y="4448175"/>
            <a:ext cx="17145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72"/>
            </p:custDataLst>
          </p:nvPr>
        </p:nvSpPr>
        <p:spPr>
          <a:xfrm>
            <a:off x="7919066" y="4205288"/>
            <a:ext cx="1245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直观展示个人发展数据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73"/>
            </p:custDataLst>
          </p:nvPr>
        </p:nvSpPr>
        <p:spPr>
          <a:xfrm>
            <a:off x="9598025" y="1109345"/>
            <a:ext cx="2017395" cy="5362575"/>
          </a:xfrm>
          <a:custGeom>
            <a:avLst/>
            <a:gdLst>
              <a:gd name="sw" fmla="*/ 1 w 3177"/>
              <a:gd name="sh" fmla="*/ 1 h 8445"/>
              <a:gd name="mins" fmla="min sw sh"/>
              <a:gd name="dsw" fmla="+- 0 sw mins"/>
              <a:gd name="dsh" fmla="+- 0 sh mins"/>
              <a:gd name="p0x0" fmla="*/ 120 w 3177"/>
              <a:gd name="p0y0" fmla="*/ 0 h 8445"/>
              <a:gd name="p0x1" fmla="*/ 3057 w 3177"/>
              <a:gd name="p0y1" fmla="*/ 0 h 8445"/>
              <a:gd name="p0x2" fmla="*/ 3123 w 3177"/>
              <a:gd name="p0y2" fmla="*/ 0 h 8445"/>
              <a:gd name="p0x3" fmla="*/ 3177 w 3177"/>
              <a:gd name="p0y3" fmla="*/ 53 h 8445"/>
              <a:gd name="p0x4" fmla="*/ 3177 w 3177"/>
              <a:gd name="p0y4" fmla="*/ 120 h 8445"/>
              <a:gd name="p0x5" fmla="*/ 3177 w 3177"/>
              <a:gd name="p0y5" fmla="*/ 8325 h 8445"/>
              <a:gd name="p0x6" fmla="*/ 3177 w 3177"/>
              <a:gd name="p0y6" fmla="*/ 8391 h 8445"/>
              <a:gd name="p0x7" fmla="*/ 3123 w 3177"/>
              <a:gd name="p0y7" fmla="*/ 8445 h 8445"/>
              <a:gd name="p0x8" fmla="*/ 3057 w 3177"/>
              <a:gd name="p0y8" fmla="*/ 8445 h 8445"/>
              <a:gd name="p0x9" fmla="*/ 120 w 3177"/>
              <a:gd name="p0y9" fmla="*/ 8445 h 8445"/>
              <a:gd name="p0x10" fmla="*/ 53 w 3177"/>
              <a:gd name="p0y10" fmla="*/ 8445 h 8445"/>
              <a:gd name="p0x11" fmla="*/ 0 w 3177"/>
              <a:gd name="p0y11" fmla="*/ 8391 h 8445"/>
              <a:gd name="p0x12" fmla="*/ 0 w 3177"/>
              <a:gd name="p0y12" fmla="*/ 8325 h 8445"/>
              <a:gd name="p0x13" fmla="*/ 0 w 3177"/>
              <a:gd name="p0y13" fmla="*/ 120 h 8445"/>
              <a:gd name="p0x14" fmla="*/ 0 w 3177"/>
              <a:gd name="p0y14" fmla="*/ 53 h 8445"/>
              <a:gd name="p0x15" fmla="*/ 53 w 3177"/>
              <a:gd name="p0y15" fmla="*/ 0 h 8445"/>
              <a:gd name="p0x16" fmla="*/ 120 w 317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74"/>
            </p:custDataLst>
          </p:nvPr>
        </p:nvSpPr>
        <p:spPr>
          <a:xfrm>
            <a:off x="9792970" y="2876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9878695" y="2957195"/>
            <a:ext cx="247650" cy="25273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78"/>
            </p:custDataLst>
          </p:nvPr>
        </p:nvSpPr>
        <p:spPr>
          <a:xfrm>
            <a:off x="10326957" y="2569845"/>
            <a:ext cx="1093518" cy="1032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个性化成长建议生成</a:t>
            </a:r>
            <a:endParaRPr sz="21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79"/>
            </p:custDataLst>
          </p:nvPr>
        </p:nvSpPr>
        <p:spPr>
          <a:xfrm>
            <a:off x="9792970" y="3871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6250" r="-6250"/>
          <a:stretch>
            <a:fillRect/>
          </a:stretch>
        </p:blipFill>
        <p:spPr>
          <a:xfrm>
            <a:off x="9840595" y="3928745"/>
            <a:ext cx="171450" cy="15240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83"/>
            </p:custDataLst>
          </p:nvPr>
        </p:nvSpPr>
        <p:spPr>
          <a:xfrm>
            <a:off x="10174557" y="3686175"/>
            <a:ext cx="124591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基于数据分析的智能推荐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84"/>
            </p:custDataLst>
          </p:nvPr>
        </p:nvSpPr>
        <p:spPr>
          <a:xfrm>
            <a:off x="9792970" y="45573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>
            <a:fillRect/>
          </a:stretch>
        </p:blipFill>
        <p:spPr>
          <a:xfrm>
            <a:off x="9850120" y="4614545"/>
            <a:ext cx="152400" cy="152400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88"/>
            </p:custDataLst>
          </p:nvPr>
        </p:nvSpPr>
        <p:spPr>
          <a:xfrm>
            <a:off x="10174557" y="4371975"/>
            <a:ext cx="124591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辅助学生规划发展路径</a:t>
            </a:r>
            <a:endParaRPr sz="150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项目使用价值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3074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840105" y="3155315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983278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帮助学生记录大学成长过程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7928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04875" y="3669078"/>
            <a:ext cx="20574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全面记录课程、经历、成就、角色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44170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04875" y="4293860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构建完整的个人成长档案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33953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3590925" y="32118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3676650" y="3292475"/>
            <a:ext cx="247650" cy="2527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124325" y="3120419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自动生成个人能力分析报告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3590925" y="39300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3724275" y="3806218"/>
            <a:ext cx="187880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智能分析优势与不足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3590925" y="42799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3724275" y="4156710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提供数据支撑的自我认知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62147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6410325" y="32118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6526530" y="3292475"/>
            <a:ext cx="186055" cy="2527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6943725" y="3263293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辅助制作简历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6410325" y="38538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6543675" y="3730018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一键导出个人经历与成就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6410325" y="42037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6543675" y="4080510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为求职与升学提供材料支持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90341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9229725" y="2663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9315450" y="2745105"/>
            <a:ext cx="247650" cy="2520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9763125" y="2572731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用于保研与就业准备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9229725" y="33820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9363075" y="3258531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系统化展示个人竞争力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0"/>
            </p:custDataLst>
          </p:nvPr>
        </p:nvSpPr>
        <p:spPr>
          <a:xfrm>
            <a:off x="9229725" y="37325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9363075" y="3609022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提高自我规划能力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2"/>
            </p:custDataLst>
          </p:nvPr>
        </p:nvSpPr>
        <p:spPr>
          <a:xfrm>
            <a:off x="9229725" y="4088765"/>
            <a:ext cx="1524000" cy="276225"/>
          </a:xfrm>
          <a:custGeom>
            <a:avLst/>
            <a:gdLst>
              <a:gd name="sw" fmla="*/ 1 w 2400"/>
              <a:gd name="sh" fmla="*/ 1 h 435"/>
              <a:gd name="mins" fmla="min sw sh"/>
              <a:gd name="dsw" fmla="+- 0 sw mins"/>
              <a:gd name="dsh" fmla="+- 0 sh mins"/>
              <a:gd name="p0x0" fmla="*/ 60 w 2400"/>
              <a:gd name="p0y0" fmla="*/ 0 h 435"/>
              <a:gd name="p0x1" fmla="*/ 2340 w 2400"/>
              <a:gd name="p0y1" fmla="*/ 0 h 435"/>
              <a:gd name="p0x2" fmla="*/ 2373 w 2400"/>
              <a:gd name="p0y2" fmla="*/ 0 h 435"/>
              <a:gd name="p0x3" fmla="*/ 2400 w 2400"/>
              <a:gd name="p0y3" fmla="*/ 26 h 435"/>
              <a:gd name="p0x4" fmla="*/ 2400 w 2400"/>
              <a:gd name="p0y4" fmla="*/ 60 h 435"/>
              <a:gd name="p0x5" fmla="*/ 2400 w 2400"/>
              <a:gd name="p0y5" fmla="*/ 375 h 435"/>
              <a:gd name="p0x6" fmla="*/ 2400 w 2400"/>
              <a:gd name="p0y6" fmla="*/ 408 h 435"/>
              <a:gd name="p0x7" fmla="*/ 2373 w 2400"/>
              <a:gd name="p0y7" fmla="*/ 435 h 435"/>
              <a:gd name="p0x8" fmla="*/ 2340 w 2400"/>
              <a:gd name="p0y8" fmla="*/ 435 h 435"/>
              <a:gd name="p0x9" fmla="*/ 60 w 2400"/>
              <a:gd name="p0y9" fmla="*/ 435 h 435"/>
              <a:gd name="p0x10" fmla="*/ 26 w 2400"/>
              <a:gd name="p0y10" fmla="*/ 435 h 435"/>
              <a:gd name="p0x11" fmla="*/ 0 w 2400"/>
              <a:gd name="p0y11" fmla="*/ 408 h 435"/>
              <a:gd name="p0x12" fmla="*/ 0 w 2400"/>
              <a:gd name="p0y12" fmla="*/ 375 h 435"/>
              <a:gd name="p0x13" fmla="*/ 0 w 2400"/>
              <a:gd name="p0y13" fmla="*/ 60 h 435"/>
              <a:gd name="p0x14" fmla="*/ 0 w 2400"/>
              <a:gd name="p0y14" fmla="*/ 26 h 435"/>
              <a:gd name="p0x15" fmla="*/ 26 w 2400"/>
              <a:gd name="p0y15" fmla="*/ 0 h 435"/>
              <a:gd name="p0x16" fmla="*/ 60 w 24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3"/>
            </p:custDataLst>
          </p:nvPr>
        </p:nvSpPr>
        <p:spPr>
          <a:xfrm>
            <a:off x="9305925" y="4127154"/>
            <a:ext cx="1524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大学生个人发展管理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4"/>
            </p:custDataLst>
          </p:nvPr>
        </p:nvSpPr>
        <p:spPr>
          <a:xfrm>
            <a:off x="9229725" y="440309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5"/>
            </p:custDataLst>
          </p:nvPr>
        </p:nvSpPr>
        <p:spPr>
          <a:xfrm>
            <a:off x="9305925" y="444147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求职准备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6"/>
            </p:custDataLst>
          </p:nvPr>
        </p:nvSpPr>
        <p:spPr>
          <a:xfrm>
            <a:off x="10029825" y="440309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7"/>
            </p:custDataLst>
          </p:nvPr>
        </p:nvSpPr>
        <p:spPr>
          <a:xfrm>
            <a:off x="10106101" y="444147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保研申请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8"/>
            </p:custDataLst>
          </p:nvPr>
        </p:nvSpPr>
        <p:spPr>
          <a:xfrm>
            <a:off x="9229725" y="4717415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9"/>
            </p:custDataLst>
          </p:nvPr>
        </p:nvSpPr>
        <p:spPr>
          <a:xfrm>
            <a:off x="9305925" y="4755804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535E"/>
                </a:solidFill>
                <a:latin typeface="微软雅黑" panose="020B0503020204020204" charset="-122"/>
                <a:ea typeface="微软雅黑" panose="020B0503020204020204" charset="-122"/>
              </a:rPr>
              <a:t>自我评估</a:t>
            </a:r>
            <a:endParaRPr sz="1200">
              <a:solidFill>
                <a:srgbClr val="0053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项目过程管理规范</a:t>
            </a:r>
            <a:endParaRPr sz="3000"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9375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3018155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989002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版本控制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58394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95350" y="3455727"/>
            <a:ext cx="15030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alt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进行版本管理</a:t>
            </a:r>
            <a:endParaRPr lang="zh-CN" altLang="en-US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420878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95350" y="4080510"/>
            <a:ext cx="15030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规范的分支策略与代码提交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283146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3026410" y="29375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6522" t="-1026" r="-6522" b="-1026"/>
          <a:stretch>
            <a:fillRect/>
          </a:stretch>
        </p:blipFill>
        <p:spPr>
          <a:xfrm>
            <a:off x="3112135" y="3018155"/>
            <a:ext cx="247650" cy="2527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3560416" y="2703252"/>
            <a:ext cx="1093441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前后端分离并行开发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3026410" y="380301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3150841" y="3674802"/>
            <a:ext cx="15030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独立开发、高效协作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3026410" y="442785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3150841" y="4299585"/>
            <a:ext cx="15030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接口先行、联调顺畅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5086985" y="1109345"/>
            <a:ext cx="2017395" cy="5362575"/>
          </a:xfrm>
          <a:custGeom>
            <a:avLst/>
            <a:gdLst>
              <a:gd name="sw" fmla="*/ 1 w 3177"/>
              <a:gd name="sh" fmla="*/ 1 h 8445"/>
              <a:gd name="mins" fmla="min sw sh"/>
              <a:gd name="dsw" fmla="+- 0 sw mins"/>
              <a:gd name="dsh" fmla="+- 0 sh mins"/>
              <a:gd name="p0x0" fmla="*/ 120 w 3177"/>
              <a:gd name="p0y0" fmla="*/ 0 h 8445"/>
              <a:gd name="p0x1" fmla="*/ 3057 w 3177"/>
              <a:gd name="p0y1" fmla="*/ 0 h 8445"/>
              <a:gd name="p0x2" fmla="*/ 3123 w 3177"/>
              <a:gd name="p0y2" fmla="*/ 0 h 8445"/>
              <a:gd name="p0x3" fmla="*/ 3177 w 3177"/>
              <a:gd name="p0y3" fmla="*/ 53 h 8445"/>
              <a:gd name="p0x4" fmla="*/ 3177 w 3177"/>
              <a:gd name="p0y4" fmla="*/ 120 h 8445"/>
              <a:gd name="p0x5" fmla="*/ 3177 w 3177"/>
              <a:gd name="p0y5" fmla="*/ 8325 h 8445"/>
              <a:gd name="p0x6" fmla="*/ 3177 w 3177"/>
              <a:gd name="p0y6" fmla="*/ 8391 h 8445"/>
              <a:gd name="p0x7" fmla="*/ 3123 w 3177"/>
              <a:gd name="p0y7" fmla="*/ 8445 h 8445"/>
              <a:gd name="p0x8" fmla="*/ 3057 w 3177"/>
              <a:gd name="p0y8" fmla="*/ 8445 h 8445"/>
              <a:gd name="p0x9" fmla="*/ 120 w 3177"/>
              <a:gd name="p0y9" fmla="*/ 8445 h 8445"/>
              <a:gd name="p0x10" fmla="*/ 53 w 3177"/>
              <a:gd name="p0y10" fmla="*/ 8445 h 8445"/>
              <a:gd name="p0x11" fmla="*/ 0 w 3177"/>
              <a:gd name="p0y11" fmla="*/ 8391 h 8445"/>
              <a:gd name="p0x12" fmla="*/ 0 w 3177"/>
              <a:gd name="p0y12" fmla="*/ 8325 h 8445"/>
              <a:gd name="p0x13" fmla="*/ 0 w 3177"/>
              <a:gd name="p0y13" fmla="*/ 120 h 8445"/>
              <a:gd name="p0x14" fmla="*/ 0 w 3177"/>
              <a:gd name="p0y14" fmla="*/ 53 h 8445"/>
              <a:gd name="p0x15" fmla="*/ 53 w 3177"/>
              <a:gd name="p0y15" fmla="*/ 0 h 8445"/>
              <a:gd name="p0x16" fmla="*/ 120 w 317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281930" y="29375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5351145" y="3018155"/>
            <a:ext cx="281305" cy="2527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5815908" y="2703252"/>
            <a:ext cx="1093518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按阶段推进开发流程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5281930" y="380301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5406333" y="3674802"/>
            <a:ext cx="150309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需求分析、设计、开发、测试、部署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5281930" y="442785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5406333" y="4299585"/>
            <a:ext cx="150309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敏捷迭代、快速响应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734250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7537450" y="3074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273" t="-1026" r="-2273" b="-1026"/>
          <a:stretch>
            <a:fillRect/>
          </a:stretch>
        </p:blipFill>
        <p:spPr>
          <a:xfrm>
            <a:off x="7637780" y="3155315"/>
            <a:ext cx="219075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8071466" y="2983278"/>
            <a:ext cx="109344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接口统一规范设计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7537450" y="37973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7661891" y="3669078"/>
            <a:ext cx="150026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</a:t>
            </a:r>
            <a:r>
              <a:rPr lang="zh-CN"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接口规范</a:t>
            </a:r>
            <a:endParaRPr lang="zh-CN"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0"/>
            </p:custDataLst>
          </p:nvPr>
        </p:nvSpPr>
        <p:spPr>
          <a:xfrm>
            <a:off x="7537450" y="414782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7661891" y="4019569"/>
            <a:ext cx="15030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统一的数据格式与错误处理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2"/>
            </p:custDataLst>
          </p:nvPr>
        </p:nvSpPr>
        <p:spPr>
          <a:xfrm>
            <a:off x="9598025" y="1109345"/>
            <a:ext cx="2017395" cy="3672840"/>
          </a:xfrm>
          <a:custGeom>
            <a:avLst/>
            <a:gdLst>
              <a:gd name="sw" fmla="*/ 1 w 3177"/>
              <a:gd name="sh" fmla="*/ 1 h 5784"/>
              <a:gd name="mins" fmla="min sw sh"/>
              <a:gd name="dsw" fmla="+- 0 sw mins"/>
              <a:gd name="dsh" fmla="+- 0 sh mins"/>
              <a:gd name="p0x0" fmla="*/ 120 w 3177"/>
              <a:gd name="p0y0" fmla="*/ 0 h 5784"/>
              <a:gd name="p0x1" fmla="*/ 3057 w 3177"/>
              <a:gd name="p0y1" fmla="*/ 0 h 5784"/>
              <a:gd name="p0x2" fmla="*/ 3123 w 3177"/>
              <a:gd name="p0y2" fmla="*/ 0 h 5784"/>
              <a:gd name="p0x3" fmla="*/ 3177 w 3177"/>
              <a:gd name="p0y3" fmla="*/ 53 h 5784"/>
              <a:gd name="p0x4" fmla="*/ 3177 w 3177"/>
              <a:gd name="p0y4" fmla="*/ 120 h 5784"/>
              <a:gd name="p0x5" fmla="*/ 3177 w 3177"/>
              <a:gd name="p0y5" fmla="*/ 5664 h 5784"/>
              <a:gd name="p0x6" fmla="*/ 3177 w 3177"/>
              <a:gd name="p0y6" fmla="*/ 5730 h 5784"/>
              <a:gd name="p0x7" fmla="*/ 3123 w 3177"/>
              <a:gd name="p0y7" fmla="*/ 5784 h 5784"/>
              <a:gd name="p0x8" fmla="*/ 3057 w 3177"/>
              <a:gd name="p0y8" fmla="*/ 5784 h 5784"/>
              <a:gd name="p0x9" fmla="*/ 120 w 3177"/>
              <a:gd name="p0y9" fmla="*/ 5784 h 5784"/>
              <a:gd name="p0x10" fmla="*/ 53 w 3177"/>
              <a:gd name="p0y10" fmla="*/ 5784 h 5784"/>
              <a:gd name="p0x11" fmla="*/ 0 w 3177"/>
              <a:gd name="p0y11" fmla="*/ 5730 h 5784"/>
              <a:gd name="p0x12" fmla="*/ 0 w 3177"/>
              <a:gd name="p0y12" fmla="*/ 5664 h 5784"/>
              <a:gd name="p0x13" fmla="*/ 0 w 3177"/>
              <a:gd name="p0y13" fmla="*/ 120 h 5784"/>
              <a:gd name="p0x14" fmla="*/ 0 w 3177"/>
              <a:gd name="p0y14" fmla="*/ 53 h 5784"/>
              <a:gd name="p0x15" fmla="*/ 53 w 3177"/>
              <a:gd name="p0y15" fmla="*/ 0 h 5784"/>
              <a:gd name="p0x16" fmla="*/ 120 w 3177"/>
              <a:gd name="p0y16" fmla="*/ 0 h 57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DFE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3"/>
            </p:custDataLst>
          </p:nvPr>
        </p:nvSpPr>
        <p:spPr>
          <a:xfrm>
            <a:off x="9792970" y="22294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FF4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366" t="-897" r="-2366" b="-897"/>
          <a:stretch>
            <a:fillRect/>
          </a:stretch>
        </p:blipFill>
        <p:spPr>
          <a:xfrm>
            <a:off x="9848215" y="2310765"/>
            <a:ext cx="309245" cy="2520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7"/>
            </p:custDataLst>
          </p:nvPr>
        </p:nvSpPr>
        <p:spPr>
          <a:xfrm>
            <a:off x="10326957" y="1995573"/>
            <a:ext cx="1093518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3036"/>
                </a:solidFill>
                <a:latin typeface="微软雅黑" panose="020B0503020204020204" charset="-122"/>
                <a:ea typeface="微软雅黑" panose="020B0503020204020204" charset="-122"/>
              </a:rPr>
              <a:t>模块化分工协作开发</a:t>
            </a:r>
            <a:endParaRPr b="1">
              <a:solidFill>
                <a:srgbClr val="0030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8"/>
            </p:custDataLst>
          </p:nvPr>
        </p:nvSpPr>
        <p:spPr>
          <a:xfrm>
            <a:off x="9792970" y="309562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9"/>
            </p:custDataLst>
          </p:nvPr>
        </p:nvSpPr>
        <p:spPr>
          <a:xfrm>
            <a:off x="9917382" y="2967123"/>
            <a:ext cx="13716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清晰的职责划分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0"/>
            </p:custDataLst>
          </p:nvPr>
        </p:nvSpPr>
        <p:spPr>
          <a:xfrm>
            <a:off x="9792970" y="344614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1"/>
            </p:custDataLst>
          </p:nvPr>
        </p:nvSpPr>
        <p:spPr>
          <a:xfrm>
            <a:off x="9917382" y="3317615"/>
            <a:ext cx="150309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B5F66"/>
                </a:solidFill>
                <a:latin typeface="微软雅黑" panose="020B0503020204020204" charset="-122"/>
                <a:ea typeface="微软雅黑" panose="020B0503020204020204" charset="-122"/>
              </a:rPr>
              <a:t>高效的团队协作机制</a:t>
            </a:r>
            <a:endParaRPr sz="1350">
              <a:solidFill>
                <a:srgbClr val="1B5F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2"/>
            </p:custDataLst>
          </p:nvPr>
        </p:nvSpPr>
        <p:spPr>
          <a:xfrm>
            <a:off x="9598025" y="4982210"/>
            <a:ext cx="2017395" cy="1489710"/>
          </a:xfrm>
          <a:custGeom>
            <a:avLst/>
            <a:gdLst>
              <a:gd name="sw" fmla="*/ 1 w 3177"/>
              <a:gd name="sh" fmla="*/ 1 h 2345"/>
              <a:gd name="mins" fmla="min sw sh"/>
              <a:gd name="dsw" fmla="+- 0 sw mins"/>
              <a:gd name="dsh" fmla="+- 0 sh mins"/>
              <a:gd name="p0x0" fmla="*/ 120 w 3177"/>
              <a:gd name="p0y0" fmla="*/ 0 h 2345"/>
              <a:gd name="p0x1" fmla="*/ 3057 w 3177"/>
              <a:gd name="p0y1" fmla="*/ 0 h 2345"/>
              <a:gd name="p0x2" fmla="*/ 3123 w 3177"/>
              <a:gd name="p0y2" fmla="*/ 0 h 2345"/>
              <a:gd name="p0x3" fmla="*/ 3177 w 3177"/>
              <a:gd name="p0y3" fmla="*/ 53 h 2345"/>
              <a:gd name="p0x4" fmla="*/ 3177 w 3177"/>
              <a:gd name="p0y4" fmla="*/ 120 h 2345"/>
              <a:gd name="p0x5" fmla="*/ 3177 w 3177"/>
              <a:gd name="p0y5" fmla="*/ 2225 h 2345"/>
              <a:gd name="p0x6" fmla="*/ 3177 w 3177"/>
              <a:gd name="p0y6" fmla="*/ 2292 h 2345"/>
              <a:gd name="p0x7" fmla="*/ 3123 w 3177"/>
              <a:gd name="p0y7" fmla="*/ 2345 h 2345"/>
              <a:gd name="p0x8" fmla="*/ 3057 w 3177"/>
              <a:gd name="p0y8" fmla="*/ 2345 h 2345"/>
              <a:gd name="p0x9" fmla="*/ 120 w 3177"/>
              <a:gd name="p0y9" fmla="*/ 2345 h 2345"/>
              <a:gd name="p0x10" fmla="*/ 53 w 3177"/>
              <a:gd name="p0y10" fmla="*/ 2345 h 2345"/>
              <a:gd name="p0x11" fmla="*/ 0 w 3177"/>
              <a:gd name="p0y11" fmla="*/ 2292 h 2345"/>
              <a:gd name="p0x12" fmla="*/ 0 w 3177"/>
              <a:gd name="p0y12" fmla="*/ 2225 h 2345"/>
              <a:gd name="p0x13" fmla="*/ 0 w 3177"/>
              <a:gd name="p0y13" fmla="*/ 120 h 2345"/>
              <a:gd name="p0x14" fmla="*/ 0 w 3177"/>
              <a:gd name="p0y14" fmla="*/ 53 h 2345"/>
              <a:gd name="p0x15" fmla="*/ 53 w 3177"/>
              <a:gd name="p0y15" fmla="*/ 0 h 2345"/>
              <a:gd name="p0x16" fmla="*/ 120 w 3177"/>
              <a:gd name="p0y16" fmla="*/ 0 h 2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ED6"/>
          </a:solidFill>
          <a:ln w="9525" cmpd="sng">
            <a:solidFill>
              <a:srgbClr val="DCF2F4"/>
            </a:solidFill>
            <a:prstDash val="solid"/>
          </a:ln>
          <a:effectLst>
            <a:outerShdw blurRad="314325" algn="ctr" rotWithShape="0">
              <a:srgbClr val="00BED6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3"/>
            </p:custDataLst>
          </p:nvPr>
        </p:nvSpPr>
        <p:spPr>
          <a:xfrm>
            <a:off x="9793557" y="5177876"/>
            <a:ext cx="162691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管理优势</a:t>
            </a:r>
            <a:endParaRPr sz="1200" b="1" spc="7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4"/>
            </p:custDataLst>
          </p:nvPr>
        </p:nvSpPr>
        <p:spPr>
          <a:xfrm>
            <a:off x="9793557" y="5438861"/>
            <a:ext cx="1626918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开发流程规范、团队协作高效、项目质量可控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79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9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  <p:tag name="KSO_WM_TEMPLATE_INDEX" val="40490579"/>
  <p:tag name="KSO_WM_TEMPLATE_CATEGORY" val="custom"/>
</p:tagLst>
</file>

<file path=ppt/tags/tag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2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2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79"/>
  <p:tag name="KSO_WM_TEMPLATE_CATEGORY" val="custom"/>
</p:tagLst>
</file>

<file path=ppt/tags/tag2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79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9"/>
  <p:tag name="KSO_WM_TEMPLATE_CATEGORY" val="custom"/>
</p:tagLst>
</file>

<file path=ppt/tags/tag2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9"/>
  <p:tag name="KSO_WM_TEMPLATE_CATEGORY" val="custom"/>
</p:tagLst>
</file>

<file path=ppt/tags/tag2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TEMPLATE_INDEX" val="40490579"/>
  <p:tag name="KSO_WM_TEMPLATE_CATEGORY" val="custom"/>
</p:tagLst>
</file>

<file path=ppt/tags/tag2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9"/>
  <p:tag name="KSO_WM_TEMPLATE_CATEGORY" val="custom"/>
</p:tagLst>
</file>

<file path=ppt/tags/tag2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TEMPLATE_INDEX" val="40490579"/>
  <p:tag name="KSO_WM_TEMPLATE_CATEGORY" val="custom"/>
</p:tagLst>
</file>

<file path=ppt/tags/tag2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9"/>
  <p:tag name="KSO_WM_TEMPLATE_CATEGORY" val="custom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9"/>
  <p:tag name="KSO_WM_TEMPLATE_CATEGORY" val="custom"/>
</p:tagLst>
</file>

<file path=ppt/tags/tag3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79"/>
  <p:tag name="KSO_WM_TEMPLATE_CATEGORY" val="custom"/>
</p:tagLst>
</file>

<file path=ppt/tags/tag4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9"/>
  <p:tag name="KSO_WM_TEMPLATE_CATEGORY" val="custom"/>
</p:tagLst>
</file>

<file path=ppt/tags/tag4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9"/>
  <p:tag name="KSO_WM_TEMPLATE_CATEGORY" val="custom"/>
</p:tagLst>
</file>

<file path=ppt/tags/tag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4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39a3f9d32a6c9736dcf80b704f6e9ea260f410e"/>
  <p:tag name="KSO_WM_NEWLAYOUT_ID" val="196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6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7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d7fd9c31a5d2ccc48792a112b8747b49770edf2"/>
  <p:tag name="KSO_WM_NEWLAYOUT_ID" val="1972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1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7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785b00a0807e060dab2e55b0cc3d3a4b4b2c2dc"/>
  <p:tag name="KSO_WM_NEWLAYOUT_ID" val="1976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e20837a7dd01c0de13cc38648c6c36ba3f953aa"/>
  <p:tag name="KSO_WM_NEWLAYOUT_ID" val="1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1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9"/>
</p:tagLst>
</file>

<file path=ppt/tags/tag1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0579"/>
</p:tagLst>
</file>

<file path=ppt/tags/tag1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79"/>
  <p:tag name="KSO_WM_TEMPLATE_CATEGORY" val="custom"/>
  <p:tag name="KSO_WM_TEMPLATE_MASTER_TYPE" val="0"/>
  <p:tag name="KSO_WM_TAG_VERSION" val="3.0"/>
</p:tagLst>
</file>

<file path=ppt/tags/tag124.xml><?xml version="1.0" encoding="utf-8"?>
<p:tagLst xmlns:p="http://schemas.openxmlformats.org/presentationml/2006/main">
  <p:tag name="KSO_WM_AITEMPLATE_STYLE_ID" val="69796640102"/>
</p:tagLst>
</file>

<file path=ppt/tags/tag12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39a3f9d32a6c9736dcf80b704f6e9ea260f410e"/>
  <p:tag name="KSO_WM_NEWLAYOUT_ID" val="196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9"/>
  <p:tag name="KSO_WM_TEMPLATE_CATEGORY" val="custom"/>
</p:tagLst>
</file>

<file path=ppt/tags/tag12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79"/>
  <p:tag name="KSO_WM_TEMPLATE_CATEGORY" val="custom"/>
  <p:tag name="KSO_WM_SLIDE_INDEX" val="1"/>
  <p:tag name="KSO_WM_SLIDE_ID" val="custom40490579_1"/>
  <p:tag name="KSO_WM_TEMPLATE_MASTER_TYPE" val="0"/>
  <p:tag name="KSO_WM_SLIDE_LAYOUT" val="a_f"/>
  <p:tag name="KSO_WM_SLIDE_LAYOUT_CNT" val="1_2"/>
  <p:tag name="KSO_WM_TAG_VERSION" val="3.0"/>
</p:tagLst>
</file>

<file path=ppt/tags/tag12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59">
      <a:dk1>
        <a:srgbClr val="000000"/>
      </a:dk1>
      <a:lt1>
        <a:srgbClr val="FFFFFF"/>
      </a:lt1>
      <a:dk2>
        <a:srgbClr val="003036"/>
      </a:dk2>
      <a:lt2>
        <a:srgbClr val="E0F6F7"/>
      </a:lt2>
      <a:accent1>
        <a:srgbClr val="00BED6"/>
      </a:accent1>
      <a:accent2>
        <a:srgbClr val="08E3FF"/>
      </a:accent2>
      <a:accent3>
        <a:srgbClr val="00B0F0"/>
      </a:accent3>
      <a:accent4>
        <a:srgbClr val="FCB84A"/>
      </a:accent4>
      <a:accent5>
        <a:srgbClr val="92D050"/>
      </a:accent5>
      <a:accent6>
        <a:srgbClr val="00B050"/>
      </a:accent6>
      <a:hlink>
        <a:srgbClr val="FCB84A"/>
      </a:hlink>
      <a:folHlink>
        <a:srgbClr val="08E3FF"/>
      </a:folHlink>
    </a:clrScheme>
    <a:fontScheme name="自定义 8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1941</Words>
  <Application>WPS 演示</Application>
  <PresentationFormat>宽屏</PresentationFormat>
  <Paragraphs>499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WPS</vt:lpstr>
      <vt:lpstr>Office 主题​​</vt:lpstr>
      <vt:lpstr>个人发展规划网站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个人发展规划网站</dc:title>
  <dc:creator/>
  <cp:lastModifiedBy>Tian.</cp:lastModifiedBy>
  <cp:revision>2</cp:revision>
  <dcterms:created xsi:type="dcterms:W3CDTF">2026-06-21T08:55:00Z</dcterms:created>
  <dcterms:modified xsi:type="dcterms:W3CDTF">2026-06-23T05:34:28Z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1E86B5BE0B022D522E73326A7CCC27C7_41</vt:lpwstr>
  </property>
  <property fmtid="{D5CDD505-2E9C-101B-9397-08002B2CF9AE}" pid="4" name="KSOTemplateUUID">
    <vt:lpwstr>v1.0_ai_69796640102</vt:lpwstr>
  </property>
</Properties>
</file>